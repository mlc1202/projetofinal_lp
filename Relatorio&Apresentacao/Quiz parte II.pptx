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3638C4-BB97-467E-A53E-A6A82263C7A8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BD386371-E6C2-45B0-BA91-19247133DF27}">
      <dgm:prSet/>
      <dgm:spPr/>
      <dgm:t>
        <a:bodyPr/>
        <a:lstStyle/>
        <a:p>
          <a:r>
            <a:rPr lang="pt-BR"/>
            <a:t>Quiz educacional para alunos e professores</a:t>
          </a:r>
          <a:endParaRPr lang="en-US"/>
        </a:p>
      </dgm:t>
    </dgm:pt>
    <dgm:pt modelId="{9F4E5489-A33C-4FA8-AC07-7D84A1FCE604}" type="parTrans" cxnId="{12388CFC-8504-4B87-970B-6C8193CDEBEB}">
      <dgm:prSet/>
      <dgm:spPr/>
      <dgm:t>
        <a:bodyPr/>
        <a:lstStyle/>
        <a:p>
          <a:endParaRPr lang="en-US"/>
        </a:p>
      </dgm:t>
    </dgm:pt>
    <dgm:pt modelId="{3B808E65-FFFE-4433-AC14-188DC202DD4E}" type="sibTrans" cxnId="{12388CFC-8504-4B87-970B-6C8193CDEBEB}">
      <dgm:prSet phldrT="01"/>
      <dgm:spPr/>
    </dgm:pt>
    <dgm:pt modelId="{8B25B799-4178-442C-9AFC-F40739FED820}">
      <dgm:prSet/>
      <dgm:spPr/>
      <dgm:t>
        <a:bodyPr/>
        <a:lstStyle/>
        <a:p>
          <a:r>
            <a:rPr lang="pt-BR"/>
            <a:t>Desenvolvida em Java (GUI) e POO</a:t>
          </a:r>
          <a:endParaRPr lang="en-US"/>
        </a:p>
      </dgm:t>
    </dgm:pt>
    <dgm:pt modelId="{A133D266-2015-486E-85C1-A5901E6442CB}" type="parTrans" cxnId="{F09FC80A-1679-4AB7-B28E-1C4FE0E33180}">
      <dgm:prSet/>
      <dgm:spPr/>
      <dgm:t>
        <a:bodyPr/>
        <a:lstStyle/>
        <a:p>
          <a:endParaRPr lang="en-US"/>
        </a:p>
      </dgm:t>
    </dgm:pt>
    <dgm:pt modelId="{CE3F0CF1-8D91-43AF-B43C-53DFD05A6252}" type="sibTrans" cxnId="{F09FC80A-1679-4AB7-B28E-1C4FE0E33180}">
      <dgm:prSet phldrT="02"/>
      <dgm:spPr/>
    </dgm:pt>
    <dgm:pt modelId="{807D20B4-63E8-42C9-8BF8-5FD0892F1223}">
      <dgm:prSet/>
      <dgm:spPr/>
      <dgm:t>
        <a:bodyPr/>
        <a:lstStyle/>
        <a:p>
          <a:r>
            <a:rPr lang="pt-BR"/>
            <a:t>Banco de dados no MySql para armazenar:</a:t>
          </a:r>
          <a:endParaRPr lang="en-US" dirty="0"/>
        </a:p>
      </dgm:t>
    </dgm:pt>
    <dgm:pt modelId="{A2A043AA-B048-40CF-8FCD-6AFF4621380A}" type="parTrans" cxnId="{B95151D2-D7ED-43C8-A120-AA22DE6FAB01}">
      <dgm:prSet/>
      <dgm:spPr/>
      <dgm:t>
        <a:bodyPr/>
        <a:lstStyle/>
        <a:p>
          <a:endParaRPr lang="en-US"/>
        </a:p>
      </dgm:t>
    </dgm:pt>
    <dgm:pt modelId="{0814DA2A-B090-4C75-AA93-1DF72381ABD3}" type="sibTrans" cxnId="{B95151D2-D7ED-43C8-A120-AA22DE6FAB01}">
      <dgm:prSet phldrT="03"/>
      <dgm:spPr/>
    </dgm:pt>
    <dgm:pt modelId="{BBA902DA-FD29-45ED-A2D3-F42EB5C7D983}">
      <dgm:prSet/>
      <dgm:spPr/>
      <dgm:t>
        <a:bodyPr/>
        <a:lstStyle/>
        <a:p>
          <a:r>
            <a:rPr lang="pt-BR"/>
            <a:t>Usuários</a:t>
          </a:r>
          <a:endParaRPr lang="en-US"/>
        </a:p>
      </dgm:t>
    </dgm:pt>
    <dgm:pt modelId="{FA8352C3-885E-43EA-834F-945387D8E10F}" type="parTrans" cxnId="{7376B40C-7FDE-4DAA-9005-B616023E5B21}">
      <dgm:prSet/>
      <dgm:spPr/>
      <dgm:t>
        <a:bodyPr/>
        <a:lstStyle/>
        <a:p>
          <a:endParaRPr lang="en-US"/>
        </a:p>
      </dgm:t>
    </dgm:pt>
    <dgm:pt modelId="{31567896-538D-4D84-9F72-9EFC7AC1D8F8}" type="sibTrans" cxnId="{7376B40C-7FDE-4DAA-9005-B616023E5B21}">
      <dgm:prSet/>
      <dgm:spPr/>
      <dgm:t>
        <a:bodyPr/>
        <a:lstStyle/>
        <a:p>
          <a:endParaRPr lang="en-US"/>
        </a:p>
      </dgm:t>
    </dgm:pt>
    <dgm:pt modelId="{2514D1E6-7B04-416B-8AC1-583F3E03AA70}">
      <dgm:prSet/>
      <dgm:spPr/>
      <dgm:t>
        <a:bodyPr/>
        <a:lstStyle/>
        <a:p>
          <a:r>
            <a:rPr lang="pt-BR"/>
            <a:t>Perguntas</a:t>
          </a:r>
          <a:endParaRPr lang="en-US"/>
        </a:p>
      </dgm:t>
    </dgm:pt>
    <dgm:pt modelId="{32D31125-9F02-4AC8-8852-91863D22B9B4}" type="parTrans" cxnId="{C00C5985-10E6-4CAE-B116-6A31D26BDB15}">
      <dgm:prSet/>
      <dgm:spPr/>
      <dgm:t>
        <a:bodyPr/>
        <a:lstStyle/>
        <a:p>
          <a:endParaRPr lang="en-US"/>
        </a:p>
      </dgm:t>
    </dgm:pt>
    <dgm:pt modelId="{D7FA45BB-AB46-4EA1-99C2-B661ED9743A6}" type="sibTrans" cxnId="{C00C5985-10E6-4CAE-B116-6A31D26BDB15}">
      <dgm:prSet/>
      <dgm:spPr/>
      <dgm:t>
        <a:bodyPr/>
        <a:lstStyle/>
        <a:p>
          <a:endParaRPr lang="en-US"/>
        </a:p>
      </dgm:t>
    </dgm:pt>
    <dgm:pt modelId="{1D3D9798-4739-496A-A6CC-3121FA93550D}">
      <dgm:prSet/>
      <dgm:spPr/>
      <dgm:t>
        <a:bodyPr/>
        <a:lstStyle/>
        <a:p>
          <a:r>
            <a:rPr lang="pt-BR"/>
            <a:t>Quizzes</a:t>
          </a:r>
          <a:endParaRPr lang="en-US"/>
        </a:p>
      </dgm:t>
    </dgm:pt>
    <dgm:pt modelId="{B78413B1-5F73-40BC-B807-DB34C8DAD12F}" type="parTrans" cxnId="{5301E01E-DA82-4862-B9F5-81D188314EBC}">
      <dgm:prSet/>
      <dgm:spPr/>
      <dgm:t>
        <a:bodyPr/>
        <a:lstStyle/>
        <a:p>
          <a:endParaRPr lang="en-US"/>
        </a:p>
      </dgm:t>
    </dgm:pt>
    <dgm:pt modelId="{DB1215A6-2382-4FEB-9F46-AA72468F2558}" type="sibTrans" cxnId="{5301E01E-DA82-4862-B9F5-81D188314EBC}">
      <dgm:prSet/>
      <dgm:spPr/>
      <dgm:t>
        <a:bodyPr/>
        <a:lstStyle/>
        <a:p>
          <a:endParaRPr lang="en-US"/>
        </a:p>
      </dgm:t>
    </dgm:pt>
    <dgm:pt modelId="{DA32488F-E347-4BC3-9ACC-FD8595AF6A86}">
      <dgm:prSet/>
      <dgm:spPr/>
      <dgm:t>
        <a:bodyPr/>
        <a:lstStyle/>
        <a:p>
          <a:r>
            <a:rPr lang="pt-BR"/>
            <a:t>Resultados/Pontuação</a:t>
          </a:r>
          <a:br>
            <a:rPr lang="pt-BR"/>
          </a:br>
          <a:r>
            <a:rPr lang="pt-BR"/>
            <a:t>	</a:t>
          </a:r>
          <a:endParaRPr lang="en-US"/>
        </a:p>
      </dgm:t>
    </dgm:pt>
    <dgm:pt modelId="{5CEA765F-58E4-48D2-824C-7A204BA0D9B2}" type="parTrans" cxnId="{B90490A4-DD5A-4355-87D6-FAC94475F030}">
      <dgm:prSet/>
      <dgm:spPr/>
      <dgm:t>
        <a:bodyPr/>
        <a:lstStyle/>
        <a:p>
          <a:endParaRPr lang="en-US"/>
        </a:p>
      </dgm:t>
    </dgm:pt>
    <dgm:pt modelId="{305A1956-9103-48B9-ABCE-A8E13AE679B7}" type="sibTrans" cxnId="{B90490A4-DD5A-4355-87D6-FAC94475F030}">
      <dgm:prSet/>
      <dgm:spPr/>
      <dgm:t>
        <a:bodyPr/>
        <a:lstStyle/>
        <a:p>
          <a:endParaRPr lang="en-US"/>
        </a:p>
      </dgm:t>
    </dgm:pt>
    <dgm:pt modelId="{3FD5F2F5-A180-1042-ADC0-973E9B96235A}" type="pres">
      <dgm:prSet presAssocID="{1E3638C4-BB97-467E-A53E-A6A82263C7A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06D10BB-FA82-F547-887E-CAEB8F1671F7}" type="pres">
      <dgm:prSet presAssocID="{BD386371-E6C2-45B0-BA91-19247133DF27}" presName="hierRoot1" presStyleCnt="0"/>
      <dgm:spPr/>
    </dgm:pt>
    <dgm:pt modelId="{3CE13942-7D99-8540-9551-44578BCF2ED5}" type="pres">
      <dgm:prSet presAssocID="{BD386371-E6C2-45B0-BA91-19247133DF27}" presName="composite" presStyleCnt="0"/>
      <dgm:spPr/>
    </dgm:pt>
    <dgm:pt modelId="{3B583115-3413-3942-913B-EE29D0567346}" type="pres">
      <dgm:prSet presAssocID="{BD386371-E6C2-45B0-BA91-19247133DF27}" presName="background" presStyleLbl="node0" presStyleIdx="0" presStyleCnt="3"/>
      <dgm:spPr/>
    </dgm:pt>
    <dgm:pt modelId="{0569389F-6853-B943-A345-B83BDBD13E28}" type="pres">
      <dgm:prSet presAssocID="{BD386371-E6C2-45B0-BA91-19247133DF27}" presName="text" presStyleLbl="fgAcc0" presStyleIdx="0" presStyleCnt="3">
        <dgm:presLayoutVars>
          <dgm:chPref val="3"/>
        </dgm:presLayoutVars>
      </dgm:prSet>
      <dgm:spPr/>
    </dgm:pt>
    <dgm:pt modelId="{5FBBA86E-52E8-7B4B-B8F2-840FF0DE36CD}" type="pres">
      <dgm:prSet presAssocID="{BD386371-E6C2-45B0-BA91-19247133DF27}" presName="hierChild2" presStyleCnt="0"/>
      <dgm:spPr/>
    </dgm:pt>
    <dgm:pt modelId="{D7BBC7B1-4B0B-CC4F-97BE-FCC5B1142CC0}" type="pres">
      <dgm:prSet presAssocID="{8B25B799-4178-442C-9AFC-F40739FED820}" presName="hierRoot1" presStyleCnt="0"/>
      <dgm:spPr/>
    </dgm:pt>
    <dgm:pt modelId="{02FEB1E6-C17E-CF46-8164-56C52654BAB7}" type="pres">
      <dgm:prSet presAssocID="{8B25B799-4178-442C-9AFC-F40739FED820}" presName="composite" presStyleCnt="0"/>
      <dgm:spPr/>
    </dgm:pt>
    <dgm:pt modelId="{5A381A81-882F-0943-9E18-2600BDF54D9C}" type="pres">
      <dgm:prSet presAssocID="{8B25B799-4178-442C-9AFC-F40739FED820}" presName="background" presStyleLbl="node0" presStyleIdx="1" presStyleCnt="3"/>
      <dgm:spPr/>
    </dgm:pt>
    <dgm:pt modelId="{6A0A0FEC-77EB-B14C-884A-EA61B9127CC5}" type="pres">
      <dgm:prSet presAssocID="{8B25B799-4178-442C-9AFC-F40739FED820}" presName="text" presStyleLbl="fgAcc0" presStyleIdx="1" presStyleCnt="3">
        <dgm:presLayoutVars>
          <dgm:chPref val="3"/>
        </dgm:presLayoutVars>
      </dgm:prSet>
      <dgm:spPr/>
    </dgm:pt>
    <dgm:pt modelId="{55E0A203-26E4-144D-999E-E43871CFC4B4}" type="pres">
      <dgm:prSet presAssocID="{8B25B799-4178-442C-9AFC-F40739FED820}" presName="hierChild2" presStyleCnt="0"/>
      <dgm:spPr/>
    </dgm:pt>
    <dgm:pt modelId="{D76CD75A-99F1-F348-8FEC-A9458B46533C}" type="pres">
      <dgm:prSet presAssocID="{807D20B4-63E8-42C9-8BF8-5FD0892F1223}" presName="hierRoot1" presStyleCnt="0"/>
      <dgm:spPr/>
    </dgm:pt>
    <dgm:pt modelId="{6622D50E-903A-044B-96E5-49387F0A51A0}" type="pres">
      <dgm:prSet presAssocID="{807D20B4-63E8-42C9-8BF8-5FD0892F1223}" presName="composite" presStyleCnt="0"/>
      <dgm:spPr/>
    </dgm:pt>
    <dgm:pt modelId="{EDF64382-5877-0D41-BFB4-821FFC4A0865}" type="pres">
      <dgm:prSet presAssocID="{807D20B4-63E8-42C9-8BF8-5FD0892F1223}" presName="background" presStyleLbl="node0" presStyleIdx="2" presStyleCnt="3"/>
      <dgm:spPr/>
    </dgm:pt>
    <dgm:pt modelId="{6BF2A09B-319A-3140-B98E-1AFD1D11C868}" type="pres">
      <dgm:prSet presAssocID="{807D20B4-63E8-42C9-8BF8-5FD0892F1223}" presName="text" presStyleLbl="fgAcc0" presStyleIdx="2" presStyleCnt="3">
        <dgm:presLayoutVars>
          <dgm:chPref val="3"/>
        </dgm:presLayoutVars>
      </dgm:prSet>
      <dgm:spPr/>
    </dgm:pt>
    <dgm:pt modelId="{FAF82D56-965F-5B4D-B5E8-D922F9D1FE64}" type="pres">
      <dgm:prSet presAssocID="{807D20B4-63E8-42C9-8BF8-5FD0892F1223}" presName="hierChild2" presStyleCnt="0"/>
      <dgm:spPr/>
    </dgm:pt>
    <dgm:pt modelId="{86F709B5-E781-1F45-A539-EFCE3C0B8AA3}" type="pres">
      <dgm:prSet presAssocID="{FA8352C3-885E-43EA-834F-945387D8E10F}" presName="Name10" presStyleLbl="parChTrans1D2" presStyleIdx="0" presStyleCnt="4"/>
      <dgm:spPr/>
    </dgm:pt>
    <dgm:pt modelId="{F44AB2AB-5731-1A43-A5B0-E2FD760D981B}" type="pres">
      <dgm:prSet presAssocID="{BBA902DA-FD29-45ED-A2D3-F42EB5C7D983}" presName="hierRoot2" presStyleCnt="0"/>
      <dgm:spPr/>
    </dgm:pt>
    <dgm:pt modelId="{54CEDCA3-667A-1E4E-9F80-9E24303D128F}" type="pres">
      <dgm:prSet presAssocID="{BBA902DA-FD29-45ED-A2D3-F42EB5C7D983}" presName="composite2" presStyleCnt="0"/>
      <dgm:spPr/>
    </dgm:pt>
    <dgm:pt modelId="{96152CE4-FBF9-B845-8B3A-70A1FCEF2F31}" type="pres">
      <dgm:prSet presAssocID="{BBA902DA-FD29-45ED-A2D3-F42EB5C7D983}" presName="background2" presStyleLbl="node2" presStyleIdx="0" presStyleCnt="4"/>
      <dgm:spPr/>
    </dgm:pt>
    <dgm:pt modelId="{3B225ED6-03C8-AF41-AA92-3C7723434F7A}" type="pres">
      <dgm:prSet presAssocID="{BBA902DA-FD29-45ED-A2D3-F42EB5C7D983}" presName="text2" presStyleLbl="fgAcc2" presStyleIdx="0" presStyleCnt="4">
        <dgm:presLayoutVars>
          <dgm:chPref val="3"/>
        </dgm:presLayoutVars>
      </dgm:prSet>
      <dgm:spPr/>
    </dgm:pt>
    <dgm:pt modelId="{536C993C-6102-2241-9227-AD848C57492F}" type="pres">
      <dgm:prSet presAssocID="{BBA902DA-FD29-45ED-A2D3-F42EB5C7D983}" presName="hierChild3" presStyleCnt="0"/>
      <dgm:spPr/>
    </dgm:pt>
    <dgm:pt modelId="{9EA06824-250C-A840-8B98-5F8C561C460B}" type="pres">
      <dgm:prSet presAssocID="{32D31125-9F02-4AC8-8852-91863D22B9B4}" presName="Name10" presStyleLbl="parChTrans1D2" presStyleIdx="1" presStyleCnt="4"/>
      <dgm:spPr/>
    </dgm:pt>
    <dgm:pt modelId="{972AD9A6-DD9D-B742-97E8-7C50066A1704}" type="pres">
      <dgm:prSet presAssocID="{2514D1E6-7B04-416B-8AC1-583F3E03AA70}" presName="hierRoot2" presStyleCnt="0"/>
      <dgm:spPr/>
    </dgm:pt>
    <dgm:pt modelId="{DFA3F663-45E3-3A41-85DE-C6E253FB28F3}" type="pres">
      <dgm:prSet presAssocID="{2514D1E6-7B04-416B-8AC1-583F3E03AA70}" presName="composite2" presStyleCnt="0"/>
      <dgm:spPr/>
    </dgm:pt>
    <dgm:pt modelId="{161192C5-89D6-E942-BF55-1CF0E8EA86E5}" type="pres">
      <dgm:prSet presAssocID="{2514D1E6-7B04-416B-8AC1-583F3E03AA70}" presName="background2" presStyleLbl="node2" presStyleIdx="1" presStyleCnt="4"/>
      <dgm:spPr/>
    </dgm:pt>
    <dgm:pt modelId="{C47B8CAF-6509-724A-98A8-CBF3B194C048}" type="pres">
      <dgm:prSet presAssocID="{2514D1E6-7B04-416B-8AC1-583F3E03AA70}" presName="text2" presStyleLbl="fgAcc2" presStyleIdx="1" presStyleCnt="4">
        <dgm:presLayoutVars>
          <dgm:chPref val="3"/>
        </dgm:presLayoutVars>
      </dgm:prSet>
      <dgm:spPr/>
    </dgm:pt>
    <dgm:pt modelId="{C8BC95F8-A6E1-1F4C-A122-1165D911CA72}" type="pres">
      <dgm:prSet presAssocID="{2514D1E6-7B04-416B-8AC1-583F3E03AA70}" presName="hierChild3" presStyleCnt="0"/>
      <dgm:spPr/>
    </dgm:pt>
    <dgm:pt modelId="{6DC50162-0BA4-DF43-8A33-91A37C8E694B}" type="pres">
      <dgm:prSet presAssocID="{B78413B1-5F73-40BC-B807-DB34C8DAD12F}" presName="Name10" presStyleLbl="parChTrans1D2" presStyleIdx="2" presStyleCnt="4"/>
      <dgm:spPr/>
    </dgm:pt>
    <dgm:pt modelId="{614278A1-91FB-7148-A49C-47A5CCAF7EF9}" type="pres">
      <dgm:prSet presAssocID="{1D3D9798-4739-496A-A6CC-3121FA93550D}" presName="hierRoot2" presStyleCnt="0"/>
      <dgm:spPr/>
    </dgm:pt>
    <dgm:pt modelId="{4A1182E7-9797-A445-90C5-CB5CFA458836}" type="pres">
      <dgm:prSet presAssocID="{1D3D9798-4739-496A-A6CC-3121FA93550D}" presName="composite2" presStyleCnt="0"/>
      <dgm:spPr/>
    </dgm:pt>
    <dgm:pt modelId="{4763A7EE-3973-DC4A-B63E-A8320DFBE037}" type="pres">
      <dgm:prSet presAssocID="{1D3D9798-4739-496A-A6CC-3121FA93550D}" presName="background2" presStyleLbl="node2" presStyleIdx="2" presStyleCnt="4"/>
      <dgm:spPr/>
    </dgm:pt>
    <dgm:pt modelId="{0AC84D73-2EE8-A340-8A01-4D840EF0DA4E}" type="pres">
      <dgm:prSet presAssocID="{1D3D9798-4739-496A-A6CC-3121FA93550D}" presName="text2" presStyleLbl="fgAcc2" presStyleIdx="2" presStyleCnt="4">
        <dgm:presLayoutVars>
          <dgm:chPref val="3"/>
        </dgm:presLayoutVars>
      </dgm:prSet>
      <dgm:spPr/>
    </dgm:pt>
    <dgm:pt modelId="{07D25AE4-8D94-694F-A325-385223781CE4}" type="pres">
      <dgm:prSet presAssocID="{1D3D9798-4739-496A-A6CC-3121FA93550D}" presName="hierChild3" presStyleCnt="0"/>
      <dgm:spPr/>
    </dgm:pt>
    <dgm:pt modelId="{3FB410BF-B825-3244-8678-D811C3B9EAB9}" type="pres">
      <dgm:prSet presAssocID="{5CEA765F-58E4-48D2-824C-7A204BA0D9B2}" presName="Name10" presStyleLbl="parChTrans1D2" presStyleIdx="3" presStyleCnt="4"/>
      <dgm:spPr/>
    </dgm:pt>
    <dgm:pt modelId="{E4B4A4B3-6740-D84A-9FFB-B4CB4BD4FDC2}" type="pres">
      <dgm:prSet presAssocID="{DA32488F-E347-4BC3-9ACC-FD8595AF6A86}" presName="hierRoot2" presStyleCnt="0"/>
      <dgm:spPr/>
    </dgm:pt>
    <dgm:pt modelId="{345BAEF0-E8CA-4E44-BCCF-FDCC86734E35}" type="pres">
      <dgm:prSet presAssocID="{DA32488F-E347-4BC3-9ACC-FD8595AF6A86}" presName="composite2" presStyleCnt="0"/>
      <dgm:spPr/>
    </dgm:pt>
    <dgm:pt modelId="{84F007B2-2E60-954B-B561-FA32A16E5CC5}" type="pres">
      <dgm:prSet presAssocID="{DA32488F-E347-4BC3-9ACC-FD8595AF6A86}" presName="background2" presStyleLbl="node2" presStyleIdx="3" presStyleCnt="4"/>
      <dgm:spPr/>
    </dgm:pt>
    <dgm:pt modelId="{867460D8-492A-164A-9408-832A1DCD8259}" type="pres">
      <dgm:prSet presAssocID="{DA32488F-E347-4BC3-9ACC-FD8595AF6A86}" presName="text2" presStyleLbl="fgAcc2" presStyleIdx="3" presStyleCnt="4">
        <dgm:presLayoutVars>
          <dgm:chPref val="3"/>
        </dgm:presLayoutVars>
      </dgm:prSet>
      <dgm:spPr/>
    </dgm:pt>
    <dgm:pt modelId="{902CDF06-555B-2E4E-9B9B-29F3D7C7698A}" type="pres">
      <dgm:prSet presAssocID="{DA32488F-E347-4BC3-9ACC-FD8595AF6A86}" presName="hierChild3" presStyleCnt="0"/>
      <dgm:spPr/>
    </dgm:pt>
  </dgm:ptLst>
  <dgm:cxnLst>
    <dgm:cxn modelId="{F09FC80A-1679-4AB7-B28E-1C4FE0E33180}" srcId="{1E3638C4-BB97-467E-A53E-A6A82263C7A8}" destId="{8B25B799-4178-442C-9AFC-F40739FED820}" srcOrd="1" destOrd="0" parTransId="{A133D266-2015-486E-85C1-A5901E6442CB}" sibTransId="{CE3F0CF1-8D91-43AF-B43C-53DFD05A6252}"/>
    <dgm:cxn modelId="{7376B40C-7FDE-4DAA-9005-B616023E5B21}" srcId="{807D20B4-63E8-42C9-8BF8-5FD0892F1223}" destId="{BBA902DA-FD29-45ED-A2D3-F42EB5C7D983}" srcOrd="0" destOrd="0" parTransId="{FA8352C3-885E-43EA-834F-945387D8E10F}" sibTransId="{31567896-538D-4D84-9F72-9EFC7AC1D8F8}"/>
    <dgm:cxn modelId="{5301E01E-DA82-4862-B9F5-81D188314EBC}" srcId="{807D20B4-63E8-42C9-8BF8-5FD0892F1223}" destId="{1D3D9798-4739-496A-A6CC-3121FA93550D}" srcOrd="2" destOrd="0" parTransId="{B78413B1-5F73-40BC-B807-DB34C8DAD12F}" sibTransId="{DB1215A6-2382-4FEB-9F46-AA72468F2558}"/>
    <dgm:cxn modelId="{2110F540-C170-F447-B5B6-91A9BE9C42A3}" type="presOf" srcId="{DA32488F-E347-4BC3-9ACC-FD8595AF6A86}" destId="{867460D8-492A-164A-9408-832A1DCD8259}" srcOrd="0" destOrd="0" presId="urn:microsoft.com/office/officeart/2005/8/layout/hierarchy1"/>
    <dgm:cxn modelId="{89B07F48-AD1E-B94B-B0BE-444D66909BB8}" type="presOf" srcId="{BD386371-E6C2-45B0-BA91-19247133DF27}" destId="{0569389F-6853-B943-A345-B83BDBD13E28}" srcOrd="0" destOrd="0" presId="urn:microsoft.com/office/officeart/2005/8/layout/hierarchy1"/>
    <dgm:cxn modelId="{1DC3A069-BFA5-1940-8FBF-8BF718CFBECE}" type="presOf" srcId="{2514D1E6-7B04-416B-8AC1-583F3E03AA70}" destId="{C47B8CAF-6509-724A-98A8-CBF3B194C048}" srcOrd="0" destOrd="0" presId="urn:microsoft.com/office/officeart/2005/8/layout/hierarchy1"/>
    <dgm:cxn modelId="{106D976C-13EA-5842-9E91-FE4FF33186C1}" type="presOf" srcId="{32D31125-9F02-4AC8-8852-91863D22B9B4}" destId="{9EA06824-250C-A840-8B98-5F8C561C460B}" srcOrd="0" destOrd="0" presId="urn:microsoft.com/office/officeart/2005/8/layout/hierarchy1"/>
    <dgm:cxn modelId="{462B2B71-3637-7F4C-BEA9-B32D00CA068F}" type="presOf" srcId="{5CEA765F-58E4-48D2-824C-7A204BA0D9B2}" destId="{3FB410BF-B825-3244-8678-D811C3B9EAB9}" srcOrd="0" destOrd="0" presId="urn:microsoft.com/office/officeart/2005/8/layout/hierarchy1"/>
    <dgm:cxn modelId="{D8F37D79-45A9-7645-A2FD-D0FF607CD866}" type="presOf" srcId="{1D3D9798-4739-496A-A6CC-3121FA93550D}" destId="{0AC84D73-2EE8-A340-8A01-4D840EF0DA4E}" srcOrd="0" destOrd="0" presId="urn:microsoft.com/office/officeart/2005/8/layout/hierarchy1"/>
    <dgm:cxn modelId="{73A6A67D-7F64-7041-9EAF-C26CC9F5E9AD}" type="presOf" srcId="{BBA902DA-FD29-45ED-A2D3-F42EB5C7D983}" destId="{3B225ED6-03C8-AF41-AA92-3C7723434F7A}" srcOrd="0" destOrd="0" presId="urn:microsoft.com/office/officeart/2005/8/layout/hierarchy1"/>
    <dgm:cxn modelId="{C00C5985-10E6-4CAE-B116-6A31D26BDB15}" srcId="{807D20B4-63E8-42C9-8BF8-5FD0892F1223}" destId="{2514D1E6-7B04-416B-8AC1-583F3E03AA70}" srcOrd="1" destOrd="0" parTransId="{32D31125-9F02-4AC8-8852-91863D22B9B4}" sibTransId="{D7FA45BB-AB46-4EA1-99C2-B661ED9743A6}"/>
    <dgm:cxn modelId="{D8EF9E89-E8AB-354F-BB5E-205C2E732228}" type="presOf" srcId="{807D20B4-63E8-42C9-8BF8-5FD0892F1223}" destId="{6BF2A09B-319A-3140-B98E-1AFD1D11C868}" srcOrd="0" destOrd="0" presId="urn:microsoft.com/office/officeart/2005/8/layout/hierarchy1"/>
    <dgm:cxn modelId="{67A0EB91-2CD0-9048-A1FD-F221D2435C6F}" type="presOf" srcId="{8B25B799-4178-442C-9AFC-F40739FED820}" destId="{6A0A0FEC-77EB-B14C-884A-EA61B9127CC5}" srcOrd="0" destOrd="0" presId="urn:microsoft.com/office/officeart/2005/8/layout/hierarchy1"/>
    <dgm:cxn modelId="{B90490A4-DD5A-4355-87D6-FAC94475F030}" srcId="{807D20B4-63E8-42C9-8BF8-5FD0892F1223}" destId="{DA32488F-E347-4BC3-9ACC-FD8595AF6A86}" srcOrd="3" destOrd="0" parTransId="{5CEA765F-58E4-48D2-824C-7A204BA0D9B2}" sibTransId="{305A1956-9103-48B9-ABCE-A8E13AE679B7}"/>
    <dgm:cxn modelId="{9E4340BC-1CAF-3248-A545-EB6CCE7B6E97}" type="presOf" srcId="{B78413B1-5F73-40BC-B807-DB34C8DAD12F}" destId="{6DC50162-0BA4-DF43-8A33-91A37C8E694B}" srcOrd="0" destOrd="0" presId="urn:microsoft.com/office/officeart/2005/8/layout/hierarchy1"/>
    <dgm:cxn modelId="{B95151D2-D7ED-43C8-A120-AA22DE6FAB01}" srcId="{1E3638C4-BB97-467E-A53E-A6A82263C7A8}" destId="{807D20B4-63E8-42C9-8BF8-5FD0892F1223}" srcOrd="2" destOrd="0" parTransId="{A2A043AA-B048-40CF-8FCD-6AFF4621380A}" sibTransId="{0814DA2A-B090-4C75-AA93-1DF72381ABD3}"/>
    <dgm:cxn modelId="{D9A29ED9-89B1-B947-B5B0-D1C0B0D5A8AF}" type="presOf" srcId="{1E3638C4-BB97-467E-A53E-A6A82263C7A8}" destId="{3FD5F2F5-A180-1042-ADC0-973E9B96235A}" srcOrd="0" destOrd="0" presId="urn:microsoft.com/office/officeart/2005/8/layout/hierarchy1"/>
    <dgm:cxn modelId="{B1B236DC-1741-3E40-88FB-3F6877E2DDFD}" type="presOf" srcId="{FA8352C3-885E-43EA-834F-945387D8E10F}" destId="{86F709B5-E781-1F45-A539-EFCE3C0B8AA3}" srcOrd="0" destOrd="0" presId="urn:microsoft.com/office/officeart/2005/8/layout/hierarchy1"/>
    <dgm:cxn modelId="{12388CFC-8504-4B87-970B-6C8193CDEBEB}" srcId="{1E3638C4-BB97-467E-A53E-A6A82263C7A8}" destId="{BD386371-E6C2-45B0-BA91-19247133DF27}" srcOrd="0" destOrd="0" parTransId="{9F4E5489-A33C-4FA8-AC07-7D84A1FCE604}" sibTransId="{3B808E65-FFFE-4433-AC14-188DC202DD4E}"/>
    <dgm:cxn modelId="{7D1A836E-9AE5-7148-90CE-F053A9F4A321}" type="presParOf" srcId="{3FD5F2F5-A180-1042-ADC0-973E9B96235A}" destId="{406D10BB-FA82-F547-887E-CAEB8F1671F7}" srcOrd="0" destOrd="0" presId="urn:microsoft.com/office/officeart/2005/8/layout/hierarchy1"/>
    <dgm:cxn modelId="{E9745BC4-31A7-AA4B-95CD-6E0692D2F3DD}" type="presParOf" srcId="{406D10BB-FA82-F547-887E-CAEB8F1671F7}" destId="{3CE13942-7D99-8540-9551-44578BCF2ED5}" srcOrd="0" destOrd="0" presId="urn:microsoft.com/office/officeart/2005/8/layout/hierarchy1"/>
    <dgm:cxn modelId="{9053280C-E527-9E49-986A-B17242A76B1E}" type="presParOf" srcId="{3CE13942-7D99-8540-9551-44578BCF2ED5}" destId="{3B583115-3413-3942-913B-EE29D0567346}" srcOrd="0" destOrd="0" presId="urn:microsoft.com/office/officeart/2005/8/layout/hierarchy1"/>
    <dgm:cxn modelId="{9B968088-ABCC-124D-A3CD-EA97D072D11F}" type="presParOf" srcId="{3CE13942-7D99-8540-9551-44578BCF2ED5}" destId="{0569389F-6853-B943-A345-B83BDBD13E28}" srcOrd="1" destOrd="0" presId="urn:microsoft.com/office/officeart/2005/8/layout/hierarchy1"/>
    <dgm:cxn modelId="{4AE11C02-A0DF-A248-86FB-485237C1C902}" type="presParOf" srcId="{406D10BB-FA82-F547-887E-CAEB8F1671F7}" destId="{5FBBA86E-52E8-7B4B-B8F2-840FF0DE36CD}" srcOrd="1" destOrd="0" presId="urn:microsoft.com/office/officeart/2005/8/layout/hierarchy1"/>
    <dgm:cxn modelId="{41A030B7-572B-D941-A12F-7F4C57357D2F}" type="presParOf" srcId="{3FD5F2F5-A180-1042-ADC0-973E9B96235A}" destId="{D7BBC7B1-4B0B-CC4F-97BE-FCC5B1142CC0}" srcOrd="1" destOrd="0" presId="urn:microsoft.com/office/officeart/2005/8/layout/hierarchy1"/>
    <dgm:cxn modelId="{7E51B600-FF0B-F647-87D1-A602C91B1725}" type="presParOf" srcId="{D7BBC7B1-4B0B-CC4F-97BE-FCC5B1142CC0}" destId="{02FEB1E6-C17E-CF46-8164-56C52654BAB7}" srcOrd="0" destOrd="0" presId="urn:microsoft.com/office/officeart/2005/8/layout/hierarchy1"/>
    <dgm:cxn modelId="{1A4EBF95-A28A-3342-8F6F-DCEBEB213647}" type="presParOf" srcId="{02FEB1E6-C17E-CF46-8164-56C52654BAB7}" destId="{5A381A81-882F-0943-9E18-2600BDF54D9C}" srcOrd="0" destOrd="0" presId="urn:microsoft.com/office/officeart/2005/8/layout/hierarchy1"/>
    <dgm:cxn modelId="{3E2728F4-5CC0-E443-B2FA-64645C9F1E13}" type="presParOf" srcId="{02FEB1E6-C17E-CF46-8164-56C52654BAB7}" destId="{6A0A0FEC-77EB-B14C-884A-EA61B9127CC5}" srcOrd="1" destOrd="0" presId="urn:microsoft.com/office/officeart/2005/8/layout/hierarchy1"/>
    <dgm:cxn modelId="{DD16BA81-0B8B-644C-9EBF-1401AB606119}" type="presParOf" srcId="{D7BBC7B1-4B0B-CC4F-97BE-FCC5B1142CC0}" destId="{55E0A203-26E4-144D-999E-E43871CFC4B4}" srcOrd="1" destOrd="0" presId="urn:microsoft.com/office/officeart/2005/8/layout/hierarchy1"/>
    <dgm:cxn modelId="{6A103CA5-D056-C240-BD35-2D57D972B49A}" type="presParOf" srcId="{3FD5F2F5-A180-1042-ADC0-973E9B96235A}" destId="{D76CD75A-99F1-F348-8FEC-A9458B46533C}" srcOrd="2" destOrd="0" presId="urn:microsoft.com/office/officeart/2005/8/layout/hierarchy1"/>
    <dgm:cxn modelId="{08E30DDB-05E4-614D-9FDD-F9967089F160}" type="presParOf" srcId="{D76CD75A-99F1-F348-8FEC-A9458B46533C}" destId="{6622D50E-903A-044B-96E5-49387F0A51A0}" srcOrd="0" destOrd="0" presId="urn:microsoft.com/office/officeart/2005/8/layout/hierarchy1"/>
    <dgm:cxn modelId="{B798F620-1397-8F4F-96C8-93D08F685EC4}" type="presParOf" srcId="{6622D50E-903A-044B-96E5-49387F0A51A0}" destId="{EDF64382-5877-0D41-BFB4-821FFC4A0865}" srcOrd="0" destOrd="0" presId="urn:microsoft.com/office/officeart/2005/8/layout/hierarchy1"/>
    <dgm:cxn modelId="{ED33F361-90C2-3C45-9A10-4FCA76DE1C4E}" type="presParOf" srcId="{6622D50E-903A-044B-96E5-49387F0A51A0}" destId="{6BF2A09B-319A-3140-B98E-1AFD1D11C868}" srcOrd="1" destOrd="0" presId="urn:microsoft.com/office/officeart/2005/8/layout/hierarchy1"/>
    <dgm:cxn modelId="{F9CDD037-F2FF-D54C-92E5-557B35DB5F69}" type="presParOf" srcId="{D76CD75A-99F1-F348-8FEC-A9458B46533C}" destId="{FAF82D56-965F-5B4D-B5E8-D922F9D1FE64}" srcOrd="1" destOrd="0" presId="urn:microsoft.com/office/officeart/2005/8/layout/hierarchy1"/>
    <dgm:cxn modelId="{FB2D9AC5-3E1E-B74C-922B-D6C0ACE4EC2E}" type="presParOf" srcId="{FAF82D56-965F-5B4D-B5E8-D922F9D1FE64}" destId="{86F709B5-E781-1F45-A539-EFCE3C0B8AA3}" srcOrd="0" destOrd="0" presId="urn:microsoft.com/office/officeart/2005/8/layout/hierarchy1"/>
    <dgm:cxn modelId="{F6C700A4-7A26-C349-A354-10AD1C83785D}" type="presParOf" srcId="{FAF82D56-965F-5B4D-B5E8-D922F9D1FE64}" destId="{F44AB2AB-5731-1A43-A5B0-E2FD760D981B}" srcOrd="1" destOrd="0" presId="urn:microsoft.com/office/officeart/2005/8/layout/hierarchy1"/>
    <dgm:cxn modelId="{7C6FD605-481B-E54E-86F1-743AFDC9ABAD}" type="presParOf" srcId="{F44AB2AB-5731-1A43-A5B0-E2FD760D981B}" destId="{54CEDCA3-667A-1E4E-9F80-9E24303D128F}" srcOrd="0" destOrd="0" presId="urn:microsoft.com/office/officeart/2005/8/layout/hierarchy1"/>
    <dgm:cxn modelId="{D6934918-22DD-5B43-AC56-0C2F964909A2}" type="presParOf" srcId="{54CEDCA3-667A-1E4E-9F80-9E24303D128F}" destId="{96152CE4-FBF9-B845-8B3A-70A1FCEF2F31}" srcOrd="0" destOrd="0" presId="urn:microsoft.com/office/officeart/2005/8/layout/hierarchy1"/>
    <dgm:cxn modelId="{A4679B7E-9A05-6C49-919E-71626035E9E0}" type="presParOf" srcId="{54CEDCA3-667A-1E4E-9F80-9E24303D128F}" destId="{3B225ED6-03C8-AF41-AA92-3C7723434F7A}" srcOrd="1" destOrd="0" presId="urn:microsoft.com/office/officeart/2005/8/layout/hierarchy1"/>
    <dgm:cxn modelId="{17175FE7-D7CD-5E4C-823A-B3690DC781A1}" type="presParOf" srcId="{F44AB2AB-5731-1A43-A5B0-E2FD760D981B}" destId="{536C993C-6102-2241-9227-AD848C57492F}" srcOrd="1" destOrd="0" presId="urn:microsoft.com/office/officeart/2005/8/layout/hierarchy1"/>
    <dgm:cxn modelId="{4342A3A4-9092-7F42-B1B7-DA82B12C9B8B}" type="presParOf" srcId="{FAF82D56-965F-5B4D-B5E8-D922F9D1FE64}" destId="{9EA06824-250C-A840-8B98-5F8C561C460B}" srcOrd="2" destOrd="0" presId="urn:microsoft.com/office/officeart/2005/8/layout/hierarchy1"/>
    <dgm:cxn modelId="{D0BD8ADD-52D0-A342-B643-8CF345310C1C}" type="presParOf" srcId="{FAF82D56-965F-5B4D-B5E8-D922F9D1FE64}" destId="{972AD9A6-DD9D-B742-97E8-7C50066A1704}" srcOrd="3" destOrd="0" presId="urn:microsoft.com/office/officeart/2005/8/layout/hierarchy1"/>
    <dgm:cxn modelId="{DF94F026-FC9B-8A47-B827-DE5DDEB3EB7F}" type="presParOf" srcId="{972AD9A6-DD9D-B742-97E8-7C50066A1704}" destId="{DFA3F663-45E3-3A41-85DE-C6E253FB28F3}" srcOrd="0" destOrd="0" presId="urn:microsoft.com/office/officeart/2005/8/layout/hierarchy1"/>
    <dgm:cxn modelId="{F3E02B69-65DD-2948-9388-0095A502326E}" type="presParOf" srcId="{DFA3F663-45E3-3A41-85DE-C6E253FB28F3}" destId="{161192C5-89D6-E942-BF55-1CF0E8EA86E5}" srcOrd="0" destOrd="0" presId="urn:microsoft.com/office/officeart/2005/8/layout/hierarchy1"/>
    <dgm:cxn modelId="{0EF63165-6421-F84F-9680-4E692A59AB3C}" type="presParOf" srcId="{DFA3F663-45E3-3A41-85DE-C6E253FB28F3}" destId="{C47B8CAF-6509-724A-98A8-CBF3B194C048}" srcOrd="1" destOrd="0" presId="urn:microsoft.com/office/officeart/2005/8/layout/hierarchy1"/>
    <dgm:cxn modelId="{D09F1E79-D84B-DC4A-B571-4A3F0370669C}" type="presParOf" srcId="{972AD9A6-DD9D-B742-97E8-7C50066A1704}" destId="{C8BC95F8-A6E1-1F4C-A122-1165D911CA72}" srcOrd="1" destOrd="0" presId="urn:microsoft.com/office/officeart/2005/8/layout/hierarchy1"/>
    <dgm:cxn modelId="{23C439A2-9256-3345-8AE2-F42029834D83}" type="presParOf" srcId="{FAF82D56-965F-5B4D-B5E8-D922F9D1FE64}" destId="{6DC50162-0BA4-DF43-8A33-91A37C8E694B}" srcOrd="4" destOrd="0" presId="urn:microsoft.com/office/officeart/2005/8/layout/hierarchy1"/>
    <dgm:cxn modelId="{0EE9775D-1FED-B44F-8350-5B42E021AB45}" type="presParOf" srcId="{FAF82D56-965F-5B4D-B5E8-D922F9D1FE64}" destId="{614278A1-91FB-7148-A49C-47A5CCAF7EF9}" srcOrd="5" destOrd="0" presId="urn:microsoft.com/office/officeart/2005/8/layout/hierarchy1"/>
    <dgm:cxn modelId="{1370A4A8-4654-E043-BE55-5F7B7B7A069C}" type="presParOf" srcId="{614278A1-91FB-7148-A49C-47A5CCAF7EF9}" destId="{4A1182E7-9797-A445-90C5-CB5CFA458836}" srcOrd="0" destOrd="0" presId="urn:microsoft.com/office/officeart/2005/8/layout/hierarchy1"/>
    <dgm:cxn modelId="{45446C3E-8F85-A84D-A0AC-ACC33FF8E8B3}" type="presParOf" srcId="{4A1182E7-9797-A445-90C5-CB5CFA458836}" destId="{4763A7EE-3973-DC4A-B63E-A8320DFBE037}" srcOrd="0" destOrd="0" presId="urn:microsoft.com/office/officeart/2005/8/layout/hierarchy1"/>
    <dgm:cxn modelId="{407C6A80-8066-8149-9BD4-6990805C1288}" type="presParOf" srcId="{4A1182E7-9797-A445-90C5-CB5CFA458836}" destId="{0AC84D73-2EE8-A340-8A01-4D840EF0DA4E}" srcOrd="1" destOrd="0" presId="urn:microsoft.com/office/officeart/2005/8/layout/hierarchy1"/>
    <dgm:cxn modelId="{FE944EB1-6613-9D4C-9959-C9E829EB391D}" type="presParOf" srcId="{614278A1-91FB-7148-A49C-47A5CCAF7EF9}" destId="{07D25AE4-8D94-694F-A325-385223781CE4}" srcOrd="1" destOrd="0" presId="urn:microsoft.com/office/officeart/2005/8/layout/hierarchy1"/>
    <dgm:cxn modelId="{FC748B05-49A9-4941-8CFA-9B158F791C7D}" type="presParOf" srcId="{FAF82D56-965F-5B4D-B5E8-D922F9D1FE64}" destId="{3FB410BF-B825-3244-8678-D811C3B9EAB9}" srcOrd="6" destOrd="0" presId="urn:microsoft.com/office/officeart/2005/8/layout/hierarchy1"/>
    <dgm:cxn modelId="{2895DB8C-DCD0-8A45-89FB-2C43000EAEA5}" type="presParOf" srcId="{FAF82D56-965F-5B4D-B5E8-D922F9D1FE64}" destId="{E4B4A4B3-6740-D84A-9FFB-B4CB4BD4FDC2}" srcOrd="7" destOrd="0" presId="urn:microsoft.com/office/officeart/2005/8/layout/hierarchy1"/>
    <dgm:cxn modelId="{A5799EE3-8C18-8045-9DAF-2F4E5AEF0723}" type="presParOf" srcId="{E4B4A4B3-6740-D84A-9FFB-B4CB4BD4FDC2}" destId="{345BAEF0-E8CA-4E44-BCCF-FDCC86734E35}" srcOrd="0" destOrd="0" presId="urn:microsoft.com/office/officeart/2005/8/layout/hierarchy1"/>
    <dgm:cxn modelId="{EBB49D81-0ED5-1D49-B2E7-75F166240AF5}" type="presParOf" srcId="{345BAEF0-E8CA-4E44-BCCF-FDCC86734E35}" destId="{84F007B2-2E60-954B-B561-FA32A16E5CC5}" srcOrd="0" destOrd="0" presId="urn:microsoft.com/office/officeart/2005/8/layout/hierarchy1"/>
    <dgm:cxn modelId="{70830BC3-5BE5-AC46-BAFF-3CE36AA52483}" type="presParOf" srcId="{345BAEF0-E8CA-4E44-BCCF-FDCC86734E35}" destId="{867460D8-492A-164A-9408-832A1DCD8259}" srcOrd="1" destOrd="0" presId="urn:microsoft.com/office/officeart/2005/8/layout/hierarchy1"/>
    <dgm:cxn modelId="{084E96AC-CC9A-0043-9015-494E3C23296F}" type="presParOf" srcId="{E4B4A4B3-6740-D84A-9FFB-B4CB4BD4FDC2}" destId="{902CDF06-555B-2E4E-9B9B-29F3D7C7698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39CD04A-3BD9-4F5B-97DA-C6F0ACCE5C39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EBFCD56B-D964-4596-B5A9-DA446F2BFDB3}">
      <dgm:prSet/>
      <dgm:spPr/>
      <dgm:t>
        <a:bodyPr/>
        <a:lstStyle/>
        <a:p>
          <a:r>
            <a:rPr lang="pt-BR"/>
            <a:t>Login de usuários (aluno/professor)</a:t>
          </a:r>
          <a:endParaRPr lang="en-US"/>
        </a:p>
      </dgm:t>
    </dgm:pt>
    <dgm:pt modelId="{79DE817A-F1FA-4370-9C2C-E51FEE4E6F2F}" type="parTrans" cxnId="{2F4E1573-D78F-4772-98A1-53EFE5D21491}">
      <dgm:prSet/>
      <dgm:spPr/>
      <dgm:t>
        <a:bodyPr/>
        <a:lstStyle/>
        <a:p>
          <a:endParaRPr lang="en-US"/>
        </a:p>
      </dgm:t>
    </dgm:pt>
    <dgm:pt modelId="{F36825AE-0C27-400A-A83F-9CB042DC136B}" type="sibTrans" cxnId="{2F4E1573-D78F-4772-98A1-53EFE5D21491}">
      <dgm:prSet/>
      <dgm:spPr/>
      <dgm:t>
        <a:bodyPr/>
        <a:lstStyle/>
        <a:p>
          <a:endParaRPr lang="en-US"/>
        </a:p>
      </dgm:t>
    </dgm:pt>
    <dgm:pt modelId="{80D1B02B-2C9E-482D-9EBC-89AB34A2DF0F}">
      <dgm:prSet/>
      <dgm:spPr/>
      <dgm:t>
        <a:bodyPr/>
        <a:lstStyle/>
        <a:p>
          <a:r>
            <a:rPr lang="pt-BR"/>
            <a:t>Realização de quizzes com múltipla escolha</a:t>
          </a:r>
          <a:endParaRPr lang="en-US"/>
        </a:p>
      </dgm:t>
    </dgm:pt>
    <dgm:pt modelId="{9528A792-64C4-4C75-9B31-82E56C4AE050}" type="parTrans" cxnId="{69AB6BC2-04FC-4699-86B3-897B773931CD}">
      <dgm:prSet/>
      <dgm:spPr/>
      <dgm:t>
        <a:bodyPr/>
        <a:lstStyle/>
        <a:p>
          <a:endParaRPr lang="en-US"/>
        </a:p>
      </dgm:t>
    </dgm:pt>
    <dgm:pt modelId="{2356CC50-C5A4-42EF-9E85-6B98BC86A041}" type="sibTrans" cxnId="{69AB6BC2-04FC-4699-86B3-897B773931CD}">
      <dgm:prSet/>
      <dgm:spPr/>
      <dgm:t>
        <a:bodyPr/>
        <a:lstStyle/>
        <a:p>
          <a:endParaRPr lang="en-US"/>
        </a:p>
      </dgm:t>
    </dgm:pt>
    <dgm:pt modelId="{FB474DA1-9CFE-4657-84FB-B9E723F39490}">
      <dgm:prSet/>
      <dgm:spPr/>
      <dgm:t>
        <a:bodyPr/>
        <a:lstStyle/>
        <a:p>
          <a:r>
            <a:rPr lang="pt-BR"/>
            <a:t>Correção automática e calculo de pontuação</a:t>
          </a:r>
          <a:endParaRPr lang="en-US"/>
        </a:p>
      </dgm:t>
    </dgm:pt>
    <dgm:pt modelId="{3F866F92-3937-4E22-B6C8-59C6CBDAA8A7}" type="parTrans" cxnId="{A4A75476-53AA-41F8-973D-B022F379522E}">
      <dgm:prSet/>
      <dgm:spPr/>
      <dgm:t>
        <a:bodyPr/>
        <a:lstStyle/>
        <a:p>
          <a:endParaRPr lang="en-US"/>
        </a:p>
      </dgm:t>
    </dgm:pt>
    <dgm:pt modelId="{8F57CD72-5229-4FC9-A1A7-F360C01B37D7}" type="sibTrans" cxnId="{A4A75476-53AA-41F8-973D-B022F379522E}">
      <dgm:prSet/>
      <dgm:spPr/>
      <dgm:t>
        <a:bodyPr/>
        <a:lstStyle/>
        <a:p>
          <a:endParaRPr lang="en-US"/>
        </a:p>
      </dgm:t>
    </dgm:pt>
    <dgm:pt modelId="{7D6CEA08-B895-483E-A676-5758E637BBAD}">
      <dgm:prSet/>
      <dgm:spPr/>
      <dgm:t>
        <a:bodyPr/>
        <a:lstStyle/>
        <a:p>
          <a:r>
            <a:rPr lang="pt-BR"/>
            <a:t>Registro dos resultados no banco de dados</a:t>
          </a:r>
          <a:endParaRPr lang="en-US"/>
        </a:p>
      </dgm:t>
    </dgm:pt>
    <dgm:pt modelId="{89C803A3-9F39-44D4-B44E-0A20072B9AD4}" type="parTrans" cxnId="{E5154384-FB10-4298-AA9A-8FB17B73EA8E}">
      <dgm:prSet/>
      <dgm:spPr/>
      <dgm:t>
        <a:bodyPr/>
        <a:lstStyle/>
        <a:p>
          <a:endParaRPr lang="en-US"/>
        </a:p>
      </dgm:t>
    </dgm:pt>
    <dgm:pt modelId="{B1FD42C4-601F-416F-8D0A-DD8E3ACB2070}" type="sibTrans" cxnId="{E5154384-FB10-4298-AA9A-8FB17B73EA8E}">
      <dgm:prSet/>
      <dgm:spPr/>
      <dgm:t>
        <a:bodyPr/>
        <a:lstStyle/>
        <a:p>
          <a:endParaRPr lang="en-US"/>
        </a:p>
      </dgm:t>
    </dgm:pt>
    <dgm:pt modelId="{B52F17DD-BEB8-4090-908D-57A46A516B1A}">
      <dgm:prSet/>
      <dgm:spPr/>
      <dgm:t>
        <a:bodyPr/>
        <a:lstStyle/>
        <a:p>
          <a:r>
            <a:rPr lang="pt-BR"/>
            <a:t>Professor pode gerenciar/cadastrar perguntas e quizzes</a:t>
          </a:r>
          <a:endParaRPr lang="en-US"/>
        </a:p>
      </dgm:t>
    </dgm:pt>
    <dgm:pt modelId="{195CA439-CFF9-47EB-88E0-671485C5C582}" type="parTrans" cxnId="{113F3C6F-A287-45FE-BBD6-AFA42A2D7556}">
      <dgm:prSet/>
      <dgm:spPr/>
      <dgm:t>
        <a:bodyPr/>
        <a:lstStyle/>
        <a:p>
          <a:endParaRPr lang="en-US"/>
        </a:p>
      </dgm:t>
    </dgm:pt>
    <dgm:pt modelId="{D885CCA5-65AF-4109-9C16-0585F9E1FE49}" type="sibTrans" cxnId="{113F3C6F-A287-45FE-BBD6-AFA42A2D7556}">
      <dgm:prSet/>
      <dgm:spPr/>
      <dgm:t>
        <a:bodyPr/>
        <a:lstStyle/>
        <a:p>
          <a:endParaRPr lang="en-US"/>
        </a:p>
      </dgm:t>
    </dgm:pt>
    <dgm:pt modelId="{127B56B8-164B-BE46-85AC-D3D5E6816DE3}" type="pres">
      <dgm:prSet presAssocID="{139CD04A-3BD9-4F5B-97DA-C6F0ACCE5C39}" presName="Name0" presStyleCnt="0">
        <dgm:presLayoutVars>
          <dgm:dir/>
          <dgm:resizeHandles val="exact"/>
        </dgm:presLayoutVars>
      </dgm:prSet>
      <dgm:spPr/>
    </dgm:pt>
    <dgm:pt modelId="{18F3ED44-F484-8840-885A-4AE923745CBC}" type="pres">
      <dgm:prSet presAssocID="{EBFCD56B-D964-4596-B5A9-DA446F2BFDB3}" presName="node" presStyleLbl="node1" presStyleIdx="0" presStyleCnt="5">
        <dgm:presLayoutVars>
          <dgm:bulletEnabled val="1"/>
        </dgm:presLayoutVars>
      </dgm:prSet>
      <dgm:spPr/>
    </dgm:pt>
    <dgm:pt modelId="{9A2DB581-F42D-114C-A626-FF3794ECFB03}" type="pres">
      <dgm:prSet presAssocID="{F36825AE-0C27-400A-A83F-9CB042DC136B}" presName="sibTrans" presStyleLbl="sibTrans1D1" presStyleIdx="0" presStyleCnt="4"/>
      <dgm:spPr/>
    </dgm:pt>
    <dgm:pt modelId="{EC62F8CF-11AD-9941-83C8-EE92079CFD21}" type="pres">
      <dgm:prSet presAssocID="{F36825AE-0C27-400A-A83F-9CB042DC136B}" presName="connectorText" presStyleLbl="sibTrans1D1" presStyleIdx="0" presStyleCnt="4"/>
      <dgm:spPr/>
    </dgm:pt>
    <dgm:pt modelId="{AF3436CE-6D86-0A48-A63D-5F90C993974A}" type="pres">
      <dgm:prSet presAssocID="{80D1B02B-2C9E-482D-9EBC-89AB34A2DF0F}" presName="node" presStyleLbl="node1" presStyleIdx="1" presStyleCnt="5">
        <dgm:presLayoutVars>
          <dgm:bulletEnabled val="1"/>
        </dgm:presLayoutVars>
      </dgm:prSet>
      <dgm:spPr/>
    </dgm:pt>
    <dgm:pt modelId="{45677506-2A46-5A4E-ACEF-57DA087B0BD7}" type="pres">
      <dgm:prSet presAssocID="{2356CC50-C5A4-42EF-9E85-6B98BC86A041}" presName="sibTrans" presStyleLbl="sibTrans1D1" presStyleIdx="1" presStyleCnt="4"/>
      <dgm:spPr/>
    </dgm:pt>
    <dgm:pt modelId="{A9E75FBA-70FD-C542-8A26-E13733A000E0}" type="pres">
      <dgm:prSet presAssocID="{2356CC50-C5A4-42EF-9E85-6B98BC86A041}" presName="connectorText" presStyleLbl="sibTrans1D1" presStyleIdx="1" presStyleCnt="4"/>
      <dgm:spPr/>
    </dgm:pt>
    <dgm:pt modelId="{F5567C7B-79D3-A44F-8EEF-30290CC4DB45}" type="pres">
      <dgm:prSet presAssocID="{FB474DA1-9CFE-4657-84FB-B9E723F39490}" presName="node" presStyleLbl="node1" presStyleIdx="2" presStyleCnt="5">
        <dgm:presLayoutVars>
          <dgm:bulletEnabled val="1"/>
        </dgm:presLayoutVars>
      </dgm:prSet>
      <dgm:spPr/>
    </dgm:pt>
    <dgm:pt modelId="{2EE5793A-8F44-044F-9E46-543C163FD776}" type="pres">
      <dgm:prSet presAssocID="{8F57CD72-5229-4FC9-A1A7-F360C01B37D7}" presName="sibTrans" presStyleLbl="sibTrans1D1" presStyleIdx="2" presStyleCnt="4"/>
      <dgm:spPr/>
    </dgm:pt>
    <dgm:pt modelId="{CB985B5A-0654-F441-9B91-4CD175836ED5}" type="pres">
      <dgm:prSet presAssocID="{8F57CD72-5229-4FC9-A1A7-F360C01B37D7}" presName="connectorText" presStyleLbl="sibTrans1D1" presStyleIdx="2" presStyleCnt="4"/>
      <dgm:spPr/>
    </dgm:pt>
    <dgm:pt modelId="{8DFD8930-58B6-C546-A587-BBEFB8A5BF20}" type="pres">
      <dgm:prSet presAssocID="{7D6CEA08-B895-483E-A676-5758E637BBAD}" presName="node" presStyleLbl="node1" presStyleIdx="3" presStyleCnt="5">
        <dgm:presLayoutVars>
          <dgm:bulletEnabled val="1"/>
        </dgm:presLayoutVars>
      </dgm:prSet>
      <dgm:spPr/>
    </dgm:pt>
    <dgm:pt modelId="{7EADA461-C0C3-5B4F-9C35-4472720B7A7A}" type="pres">
      <dgm:prSet presAssocID="{B1FD42C4-601F-416F-8D0A-DD8E3ACB2070}" presName="sibTrans" presStyleLbl="sibTrans1D1" presStyleIdx="3" presStyleCnt="4"/>
      <dgm:spPr/>
    </dgm:pt>
    <dgm:pt modelId="{CB7145B3-0C25-0D4F-BC5F-12E2A95448D0}" type="pres">
      <dgm:prSet presAssocID="{B1FD42C4-601F-416F-8D0A-DD8E3ACB2070}" presName="connectorText" presStyleLbl="sibTrans1D1" presStyleIdx="3" presStyleCnt="4"/>
      <dgm:spPr/>
    </dgm:pt>
    <dgm:pt modelId="{0DCB1DF0-46C6-4B4E-BA06-62F48F50C861}" type="pres">
      <dgm:prSet presAssocID="{B52F17DD-BEB8-4090-908D-57A46A516B1A}" presName="node" presStyleLbl="node1" presStyleIdx="4" presStyleCnt="5">
        <dgm:presLayoutVars>
          <dgm:bulletEnabled val="1"/>
        </dgm:presLayoutVars>
      </dgm:prSet>
      <dgm:spPr/>
    </dgm:pt>
  </dgm:ptLst>
  <dgm:cxnLst>
    <dgm:cxn modelId="{C1ABA705-49A7-EA43-8059-0C68045DBDF4}" type="presOf" srcId="{FB474DA1-9CFE-4657-84FB-B9E723F39490}" destId="{F5567C7B-79D3-A44F-8EEF-30290CC4DB45}" srcOrd="0" destOrd="0" presId="urn:microsoft.com/office/officeart/2016/7/layout/RepeatingBendingProcessNew"/>
    <dgm:cxn modelId="{7B3EA00E-A1C8-3249-93C7-FCF0E1AE315B}" type="presOf" srcId="{7D6CEA08-B895-483E-A676-5758E637BBAD}" destId="{8DFD8930-58B6-C546-A587-BBEFB8A5BF20}" srcOrd="0" destOrd="0" presId="urn:microsoft.com/office/officeart/2016/7/layout/RepeatingBendingProcessNew"/>
    <dgm:cxn modelId="{11C7571D-0D17-4E44-94E8-332355116176}" type="presOf" srcId="{8F57CD72-5229-4FC9-A1A7-F360C01B37D7}" destId="{CB985B5A-0654-F441-9B91-4CD175836ED5}" srcOrd="1" destOrd="0" presId="urn:microsoft.com/office/officeart/2016/7/layout/RepeatingBendingProcessNew"/>
    <dgm:cxn modelId="{B17F5C4E-D23A-FE46-A2D5-245D5217E051}" type="presOf" srcId="{139CD04A-3BD9-4F5B-97DA-C6F0ACCE5C39}" destId="{127B56B8-164B-BE46-85AC-D3D5E6816DE3}" srcOrd="0" destOrd="0" presId="urn:microsoft.com/office/officeart/2016/7/layout/RepeatingBendingProcessNew"/>
    <dgm:cxn modelId="{D37DF966-2C10-0547-9291-FA8CE22AF6A7}" type="presOf" srcId="{B1FD42C4-601F-416F-8D0A-DD8E3ACB2070}" destId="{7EADA461-C0C3-5B4F-9C35-4472720B7A7A}" srcOrd="0" destOrd="0" presId="urn:microsoft.com/office/officeart/2016/7/layout/RepeatingBendingProcessNew"/>
    <dgm:cxn modelId="{113F3C6F-A287-45FE-BBD6-AFA42A2D7556}" srcId="{139CD04A-3BD9-4F5B-97DA-C6F0ACCE5C39}" destId="{B52F17DD-BEB8-4090-908D-57A46A516B1A}" srcOrd="4" destOrd="0" parTransId="{195CA439-CFF9-47EB-88E0-671485C5C582}" sibTransId="{D885CCA5-65AF-4109-9C16-0585F9E1FE49}"/>
    <dgm:cxn modelId="{2F4E1573-D78F-4772-98A1-53EFE5D21491}" srcId="{139CD04A-3BD9-4F5B-97DA-C6F0ACCE5C39}" destId="{EBFCD56B-D964-4596-B5A9-DA446F2BFDB3}" srcOrd="0" destOrd="0" parTransId="{79DE817A-F1FA-4370-9C2C-E51FEE4E6F2F}" sibTransId="{F36825AE-0C27-400A-A83F-9CB042DC136B}"/>
    <dgm:cxn modelId="{13782375-5BA9-7C46-B915-EBEB42623409}" type="presOf" srcId="{B52F17DD-BEB8-4090-908D-57A46A516B1A}" destId="{0DCB1DF0-46C6-4B4E-BA06-62F48F50C861}" srcOrd="0" destOrd="0" presId="urn:microsoft.com/office/officeart/2016/7/layout/RepeatingBendingProcessNew"/>
    <dgm:cxn modelId="{BE02D375-0A78-3742-B78D-FB5368C1D516}" type="presOf" srcId="{EBFCD56B-D964-4596-B5A9-DA446F2BFDB3}" destId="{18F3ED44-F484-8840-885A-4AE923745CBC}" srcOrd="0" destOrd="0" presId="urn:microsoft.com/office/officeart/2016/7/layout/RepeatingBendingProcessNew"/>
    <dgm:cxn modelId="{A4A75476-53AA-41F8-973D-B022F379522E}" srcId="{139CD04A-3BD9-4F5B-97DA-C6F0ACCE5C39}" destId="{FB474DA1-9CFE-4657-84FB-B9E723F39490}" srcOrd="2" destOrd="0" parTransId="{3F866F92-3937-4E22-B6C8-59C6CBDAA8A7}" sibTransId="{8F57CD72-5229-4FC9-A1A7-F360C01B37D7}"/>
    <dgm:cxn modelId="{58BF1D84-660A-5143-A919-41781E78DDD9}" type="presOf" srcId="{2356CC50-C5A4-42EF-9E85-6B98BC86A041}" destId="{A9E75FBA-70FD-C542-8A26-E13733A000E0}" srcOrd="1" destOrd="0" presId="urn:microsoft.com/office/officeart/2016/7/layout/RepeatingBendingProcessNew"/>
    <dgm:cxn modelId="{E5154384-FB10-4298-AA9A-8FB17B73EA8E}" srcId="{139CD04A-3BD9-4F5B-97DA-C6F0ACCE5C39}" destId="{7D6CEA08-B895-483E-A676-5758E637BBAD}" srcOrd="3" destOrd="0" parTransId="{89C803A3-9F39-44D4-B44E-0A20072B9AD4}" sibTransId="{B1FD42C4-601F-416F-8D0A-DD8E3ACB2070}"/>
    <dgm:cxn modelId="{A7845F8D-34BE-AC45-A539-68DA7E65E885}" type="presOf" srcId="{8F57CD72-5229-4FC9-A1A7-F360C01B37D7}" destId="{2EE5793A-8F44-044F-9E46-543C163FD776}" srcOrd="0" destOrd="0" presId="urn:microsoft.com/office/officeart/2016/7/layout/RepeatingBendingProcessNew"/>
    <dgm:cxn modelId="{7627108E-AB12-0046-BF7D-C10A6D4E40B2}" type="presOf" srcId="{2356CC50-C5A4-42EF-9E85-6B98BC86A041}" destId="{45677506-2A46-5A4E-ACEF-57DA087B0BD7}" srcOrd="0" destOrd="0" presId="urn:microsoft.com/office/officeart/2016/7/layout/RepeatingBendingProcessNew"/>
    <dgm:cxn modelId="{AE30F09B-6102-EE48-919A-9D6FE758023B}" type="presOf" srcId="{F36825AE-0C27-400A-A83F-9CB042DC136B}" destId="{9A2DB581-F42D-114C-A626-FF3794ECFB03}" srcOrd="0" destOrd="0" presId="urn:microsoft.com/office/officeart/2016/7/layout/RepeatingBendingProcessNew"/>
    <dgm:cxn modelId="{DD6986C1-D832-7D45-8560-1EF307CB3131}" type="presOf" srcId="{F36825AE-0C27-400A-A83F-9CB042DC136B}" destId="{EC62F8CF-11AD-9941-83C8-EE92079CFD21}" srcOrd="1" destOrd="0" presId="urn:microsoft.com/office/officeart/2016/7/layout/RepeatingBendingProcessNew"/>
    <dgm:cxn modelId="{69AB6BC2-04FC-4699-86B3-897B773931CD}" srcId="{139CD04A-3BD9-4F5B-97DA-C6F0ACCE5C39}" destId="{80D1B02B-2C9E-482D-9EBC-89AB34A2DF0F}" srcOrd="1" destOrd="0" parTransId="{9528A792-64C4-4C75-9B31-82E56C4AE050}" sibTransId="{2356CC50-C5A4-42EF-9E85-6B98BC86A041}"/>
    <dgm:cxn modelId="{00D083CC-4079-0746-B892-E6B5E1D04140}" type="presOf" srcId="{80D1B02B-2C9E-482D-9EBC-89AB34A2DF0F}" destId="{AF3436CE-6D86-0A48-A63D-5F90C993974A}" srcOrd="0" destOrd="0" presId="urn:microsoft.com/office/officeart/2016/7/layout/RepeatingBendingProcessNew"/>
    <dgm:cxn modelId="{69132DE3-1A81-274A-8C41-F27728C19D76}" type="presOf" srcId="{B1FD42C4-601F-416F-8D0A-DD8E3ACB2070}" destId="{CB7145B3-0C25-0D4F-BC5F-12E2A95448D0}" srcOrd="1" destOrd="0" presId="urn:microsoft.com/office/officeart/2016/7/layout/RepeatingBendingProcessNew"/>
    <dgm:cxn modelId="{56934C80-2CBE-2F42-BF45-052D3C6FBB18}" type="presParOf" srcId="{127B56B8-164B-BE46-85AC-D3D5E6816DE3}" destId="{18F3ED44-F484-8840-885A-4AE923745CBC}" srcOrd="0" destOrd="0" presId="urn:microsoft.com/office/officeart/2016/7/layout/RepeatingBendingProcessNew"/>
    <dgm:cxn modelId="{783910D3-34BC-D84E-9AC5-2F2108C04414}" type="presParOf" srcId="{127B56B8-164B-BE46-85AC-D3D5E6816DE3}" destId="{9A2DB581-F42D-114C-A626-FF3794ECFB03}" srcOrd="1" destOrd="0" presId="urn:microsoft.com/office/officeart/2016/7/layout/RepeatingBendingProcessNew"/>
    <dgm:cxn modelId="{358CBAAF-76A4-284E-8DDC-A6AE74F075AC}" type="presParOf" srcId="{9A2DB581-F42D-114C-A626-FF3794ECFB03}" destId="{EC62F8CF-11AD-9941-83C8-EE92079CFD21}" srcOrd="0" destOrd="0" presId="urn:microsoft.com/office/officeart/2016/7/layout/RepeatingBendingProcessNew"/>
    <dgm:cxn modelId="{6349DA6E-1608-7147-9BF1-B5E05AE8C167}" type="presParOf" srcId="{127B56B8-164B-BE46-85AC-D3D5E6816DE3}" destId="{AF3436CE-6D86-0A48-A63D-5F90C993974A}" srcOrd="2" destOrd="0" presId="urn:microsoft.com/office/officeart/2016/7/layout/RepeatingBendingProcessNew"/>
    <dgm:cxn modelId="{5895B441-D307-4A4E-A8B1-F5710D3197EA}" type="presParOf" srcId="{127B56B8-164B-BE46-85AC-D3D5E6816DE3}" destId="{45677506-2A46-5A4E-ACEF-57DA087B0BD7}" srcOrd="3" destOrd="0" presId="urn:microsoft.com/office/officeart/2016/7/layout/RepeatingBendingProcessNew"/>
    <dgm:cxn modelId="{54A6E682-926A-6D4F-8291-281679B8B662}" type="presParOf" srcId="{45677506-2A46-5A4E-ACEF-57DA087B0BD7}" destId="{A9E75FBA-70FD-C542-8A26-E13733A000E0}" srcOrd="0" destOrd="0" presId="urn:microsoft.com/office/officeart/2016/7/layout/RepeatingBendingProcessNew"/>
    <dgm:cxn modelId="{A7EB4032-0CAB-2044-AEFA-29CE5E36460B}" type="presParOf" srcId="{127B56B8-164B-BE46-85AC-D3D5E6816DE3}" destId="{F5567C7B-79D3-A44F-8EEF-30290CC4DB45}" srcOrd="4" destOrd="0" presId="urn:microsoft.com/office/officeart/2016/7/layout/RepeatingBendingProcessNew"/>
    <dgm:cxn modelId="{5FDB41FC-690F-8143-894F-956F37C42CC2}" type="presParOf" srcId="{127B56B8-164B-BE46-85AC-D3D5E6816DE3}" destId="{2EE5793A-8F44-044F-9E46-543C163FD776}" srcOrd="5" destOrd="0" presId="urn:microsoft.com/office/officeart/2016/7/layout/RepeatingBendingProcessNew"/>
    <dgm:cxn modelId="{E36E8CE4-1DCF-C24F-AA52-AD62BACEF98D}" type="presParOf" srcId="{2EE5793A-8F44-044F-9E46-543C163FD776}" destId="{CB985B5A-0654-F441-9B91-4CD175836ED5}" srcOrd="0" destOrd="0" presId="urn:microsoft.com/office/officeart/2016/7/layout/RepeatingBendingProcessNew"/>
    <dgm:cxn modelId="{1194E828-B78C-2B40-9C48-B1BC3856DB72}" type="presParOf" srcId="{127B56B8-164B-BE46-85AC-D3D5E6816DE3}" destId="{8DFD8930-58B6-C546-A587-BBEFB8A5BF20}" srcOrd="6" destOrd="0" presId="urn:microsoft.com/office/officeart/2016/7/layout/RepeatingBendingProcessNew"/>
    <dgm:cxn modelId="{546D4356-9A77-3F40-A270-C44EE28F7E0A}" type="presParOf" srcId="{127B56B8-164B-BE46-85AC-D3D5E6816DE3}" destId="{7EADA461-C0C3-5B4F-9C35-4472720B7A7A}" srcOrd="7" destOrd="0" presId="urn:microsoft.com/office/officeart/2016/7/layout/RepeatingBendingProcessNew"/>
    <dgm:cxn modelId="{E068EC2F-98FE-4347-9270-8BBD83E2F1CA}" type="presParOf" srcId="{7EADA461-C0C3-5B4F-9C35-4472720B7A7A}" destId="{CB7145B3-0C25-0D4F-BC5F-12E2A95448D0}" srcOrd="0" destOrd="0" presId="urn:microsoft.com/office/officeart/2016/7/layout/RepeatingBendingProcessNew"/>
    <dgm:cxn modelId="{9D7B9BBF-6D10-6B4D-BFD7-5AC3F5B1030F}" type="presParOf" srcId="{127B56B8-164B-BE46-85AC-D3D5E6816DE3}" destId="{0DCB1DF0-46C6-4B4E-BA06-62F48F50C861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C173C4C-57E9-4B5D-AA23-27E304115606}" type="doc">
      <dgm:prSet loTypeId="urn:microsoft.com/office/officeart/2005/8/layout/hierarchy2" loCatId="hierarchy" qsTypeId="urn:microsoft.com/office/officeart/2005/8/quickstyle/simple5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06F8B1A7-6667-4668-8DF5-63C204862337}">
      <dgm:prSet/>
      <dgm:spPr/>
      <dgm:t>
        <a:bodyPr/>
        <a:lstStyle/>
        <a:p>
          <a:r>
            <a:rPr lang="pt-BR" dirty="0"/>
            <a:t>O projeto evoluiu de um </a:t>
          </a:r>
          <a:r>
            <a:rPr lang="pt-BR" b="1" dirty="0"/>
            <a:t>simples quiz em Java + MySQL</a:t>
          </a:r>
          <a:r>
            <a:rPr lang="pt-BR" dirty="0"/>
            <a:t> para uma aplicação mais completa e próxima de um sistema real</a:t>
          </a:r>
          <a:endParaRPr lang="en-US" dirty="0"/>
        </a:p>
      </dgm:t>
    </dgm:pt>
    <dgm:pt modelId="{A070B35F-33C2-4BAB-AC17-B873D5E5D7F7}" type="parTrans" cxnId="{D9898D04-D9EB-42CC-8323-1D2464F99BD6}">
      <dgm:prSet/>
      <dgm:spPr/>
      <dgm:t>
        <a:bodyPr/>
        <a:lstStyle/>
        <a:p>
          <a:endParaRPr lang="en-US"/>
        </a:p>
      </dgm:t>
    </dgm:pt>
    <dgm:pt modelId="{51B6FF10-6A3C-4753-8904-79AA922B1E46}" type="sibTrans" cxnId="{D9898D04-D9EB-42CC-8323-1D2464F99BD6}">
      <dgm:prSet/>
      <dgm:spPr/>
      <dgm:t>
        <a:bodyPr/>
        <a:lstStyle/>
        <a:p>
          <a:endParaRPr lang="en-US"/>
        </a:p>
      </dgm:t>
    </dgm:pt>
    <dgm:pt modelId="{DCAFFA40-11E4-48DB-8633-E089A29E161A}">
      <dgm:prSet/>
      <dgm:spPr/>
      <dgm:t>
        <a:bodyPr/>
        <a:lstStyle/>
        <a:p>
          <a:r>
            <a:rPr lang="pt-BR"/>
            <a:t>Com as melhorias, o sistema ficou:</a:t>
          </a:r>
          <a:endParaRPr lang="en-US"/>
        </a:p>
      </dgm:t>
    </dgm:pt>
    <dgm:pt modelId="{DA570B8A-DF4C-486E-8FBA-F53C195A9B7D}" type="parTrans" cxnId="{0484279D-5153-48F6-916B-07056B4FB787}">
      <dgm:prSet/>
      <dgm:spPr/>
      <dgm:t>
        <a:bodyPr/>
        <a:lstStyle/>
        <a:p>
          <a:endParaRPr lang="en-US"/>
        </a:p>
      </dgm:t>
    </dgm:pt>
    <dgm:pt modelId="{361CEAE6-7CD7-418C-BC97-9C817B1272AC}" type="sibTrans" cxnId="{0484279D-5153-48F6-916B-07056B4FB787}">
      <dgm:prSet/>
      <dgm:spPr/>
      <dgm:t>
        <a:bodyPr/>
        <a:lstStyle/>
        <a:p>
          <a:endParaRPr lang="en-US"/>
        </a:p>
      </dgm:t>
    </dgm:pt>
    <dgm:pt modelId="{1F29A001-1FCB-4D43-98F5-E3BD90C80F7E}">
      <dgm:prSet/>
      <dgm:spPr/>
      <dgm:t>
        <a:bodyPr/>
        <a:lstStyle/>
        <a:p>
          <a:r>
            <a:rPr lang="pt-BR"/>
            <a:t>Mais </a:t>
          </a:r>
          <a:r>
            <a:rPr lang="pt-BR" b="1"/>
            <a:t>flexível</a:t>
          </a:r>
          <a:r>
            <a:rPr lang="pt-BR"/>
            <a:t> (idiomas e modos de uso)</a:t>
          </a:r>
          <a:endParaRPr lang="en-US"/>
        </a:p>
      </dgm:t>
    </dgm:pt>
    <dgm:pt modelId="{14962187-84E1-40EC-B2CB-1C4BEB70F7B0}" type="parTrans" cxnId="{0F89B97B-2790-4A59-A55D-A0A5C93AF2D4}">
      <dgm:prSet/>
      <dgm:spPr/>
      <dgm:t>
        <a:bodyPr/>
        <a:lstStyle/>
        <a:p>
          <a:endParaRPr lang="en-US"/>
        </a:p>
      </dgm:t>
    </dgm:pt>
    <dgm:pt modelId="{83EDDE69-89F9-4B5F-82A8-05965D6D587D}" type="sibTrans" cxnId="{0F89B97B-2790-4A59-A55D-A0A5C93AF2D4}">
      <dgm:prSet/>
      <dgm:spPr/>
      <dgm:t>
        <a:bodyPr/>
        <a:lstStyle/>
        <a:p>
          <a:endParaRPr lang="en-US"/>
        </a:p>
      </dgm:t>
    </dgm:pt>
    <dgm:pt modelId="{B11FDF5F-2CB2-4458-B8D8-284BE9C4E1A2}">
      <dgm:prSet/>
      <dgm:spPr/>
      <dgm:t>
        <a:bodyPr/>
        <a:lstStyle/>
        <a:p>
          <a:r>
            <a:rPr lang="pt-BR"/>
            <a:t>Mais </a:t>
          </a:r>
          <a:r>
            <a:rPr lang="pt-BR" b="1"/>
            <a:t>seguro</a:t>
          </a:r>
          <a:r>
            <a:rPr lang="pt-BR"/>
            <a:t> (tratamento de dados)</a:t>
          </a:r>
          <a:endParaRPr lang="en-US"/>
        </a:p>
      </dgm:t>
    </dgm:pt>
    <dgm:pt modelId="{4825B089-272A-431E-80BA-00B45DC12AF8}" type="parTrans" cxnId="{B052F8C9-2D24-495B-A0DB-A04F6B2C9B80}">
      <dgm:prSet/>
      <dgm:spPr/>
      <dgm:t>
        <a:bodyPr/>
        <a:lstStyle/>
        <a:p>
          <a:endParaRPr lang="en-US"/>
        </a:p>
      </dgm:t>
    </dgm:pt>
    <dgm:pt modelId="{6EE5DC7A-97AB-4D69-80A9-924BC50EEA99}" type="sibTrans" cxnId="{B052F8C9-2D24-495B-A0DB-A04F6B2C9B80}">
      <dgm:prSet/>
      <dgm:spPr/>
      <dgm:t>
        <a:bodyPr/>
        <a:lstStyle/>
        <a:p>
          <a:endParaRPr lang="en-US"/>
        </a:p>
      </dgm:t>
    </dgm:pt>
    <dgm:pt modelId="{356AD1DD-099F-43C6-8851-06B223C41D67}">
      <dgm:prSet/>
      <dgm:spPr/>
      <dgm:t>
        <a:bodyPr/>
        <a:lstStyle/>
        <a:p>
          <a:r>
            <a:rPr lang="pt-BR"/>
            <a:t>Mais </a:t>
          </a:r>
          <a:r>
            <a:rPr lang="pt-BR" b="1"/>
            <a:t>interativo </a:t>
          </a:r>
          <a:r>
            <a:rPr lang="pt-BR"/>
            <a:t>e</a:t>
          </a:r>
          <a:r>
            <a:rPr lang="pt-BR" b="1"/>
            <a:t> colaborativo </a:t>
          </a:r>
          <a:r>
            <a:rPr lang="pt-BR"/>
            <a:t>(jogadores conectados em tempo real)</a:t>
          </a:r>
          <a:endParaRPr lang="en-US"/>
        </a:p>
      </dgm:t>
    </dgm:pt>
    <dgm:pt modelId="{D2755EEF-E021-4A18-A359-F46D4ACDE441}" type="parTrans" cxnId="{D29361B2-8C6E-4F63-BBBE-8C224B816E6E}">
      <dgm:prSet/>
      <dgm:spPr/>
      <dgm:t>
        <a:bodyPr/>
        <a:lstStyle/>
        <a:p>
          <a:endParaRPr lang="en-US"/>
        </a:p>
      </dgm:t>
    </dgm:pt>
    <dgm:pt modelId="{2B24F531-95C8-45EE-A405-57D27ECBFC65}" type="sibTrans" cxnId="{D29361B2-8C6E-4F63-BBBE-8C224B816E6E}">
      <dgm:prSet/>
      <dgm:spPr/>
      <dgm:t>
        <a:bodyPr/>
        <a:lstStyle/>
        <a:p>
          <a:endParaRPr lang="en-US"/>
        </a:p>
      </dgm:t>
    </dgm:pt>
    <dgm:pt modelId="{4798808A-1403-C940-8833-B70CB928B30F}" type="pres">
      <dgm:prSet presAssocID="{5C173C4C-57E9-4B5D-AA23-27E304115606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8843A543-49AB-004C-9CC1-E250FD59F4B1}" type="pres">
      <dgm:prSet presAssocID="{06F8B1A7-6667-4668-8DF5-63C204862337}" presName="root1" presStyleCnt="0"/>
      <dgm:spPr/>
    </dgm:pt>
    <dgm:pt modelId="{B6EADE7D-62B8-934E-A128-03962EBA6C8B}" type="pres">
      <dgm:prSet presAssocID="{06F8B1A7-6667-4668-8DF5-63C204862337}" presName="LevelOneTextNode" presStyleLbl="node0" presStyleIdx="0" presStyleCnt="2">
        <dgm:presLayoutVars>
          <dgm:chPref val="3"/>
        </dgm:presLayoutVars>
      </dgm:prSet>
      <dgm:spPr/>
    </dgm:pt>
    <dgm:pt modelId="{BB818BDB-9389-0D4A-8075-3A7FBA1E43E9}" type="pres">
      <dgm:prSet presAssocID="{06F8B1A7-6667-4668-8DF5-63C204862337}" presName="level2hierChild" presStyleCnt="0"/>
      <dgm:spPr/>
    </dgm:pt>
    <dgm:pt modelId="{8C29D2CB-C05E-CF42-A201-99F05432C78B}" type="pres">
      <dgm:prSet presAssocID="{DCAFFA40-11E4-48DB-8633-E089A29E161A}" presName="root1" presStyleCnt="0"/>
      <dgm:spPr/>
    </dgm:pt>
    <dgm:pt modelId="{C1A574AD-F00C-444E-A1EF-8C556D7483E8}" type="pres">
      <dgm:prSet presAssocID="{DCAFFA40-11E4-48DB-8633-E089A29E161A}" presName="LevelOneTextNode" presStyleLbl="node0" presStyleIdx="1" presStyleCnt="2">
        <dgm:presLayoutVars>
          <dgm:chPref val="3"/>
        </dgm:presLayoutVars>
      </dgm:prSet>
      <dgm:spPr/>
    </dgm:pt>
    <dgm:pt modelId="{C692B33B-905A-CF4B-88B6-605BB7BFF52C}" type="pres">
      <dgm:prSet presAssocID="{DCAFFA40-11E4-48DB-8633-E089A29E161A}" presName="level2hierChild" presStyleCnt="0"/>
      <dgm:spPr/>
    </dgm:pt>
    <dgm:pt modelId="{A93BD087-F572-9E44-84DC-1EE04BDA2F55}" type="pres">
      <dgm:prSet presAssocID="{14962187-84E1-40EC-B2CB-1C4BEB70F7B0}" presName="conn2-1" presStyleLbl="parChTrans1D2" presStyleIdx="0" presStyleCnt="3"/>
      <dgm:spPr/>
    </dgm:pt>
    <dgm:pt modelId="{C6616CB3-76B4-BC44-89E5-9A1E714420C3}" type="pres">
      <dgm:prSet presAssocID="{14962187-84E1-40EC-B2CB-1C4BEB70F7B0}" presName="connTx" presStyleLbl="parChTrans1D2" presStyleIdx="0" presStyleCnt="3"/>
      <dgm:spPr/>
    </dgm:pt>
    <dgm:pt modelId="{8F62BCB9-537C-FF41-AB40-8D9BA81CA0CC}" type="pres">
      <dgm:prSet presAssocID="{1F29A001-1FCB-4D43-98F5-E3BD90C80F7E}" presName="root2" presStyleCnt="0"/>
      <dgm:spPr/>
    </dgm:pt>
    <dgm:pt modelId="{7D1DF725-BB29-024D-8D29-69FE5B700943}" type="pres">
      <dgm:prSet presAssocID="{1F29A001-1FCB-4D43-98F5-E3BD90C80F7E}" presName="LevelTwoTextNode" presStyleLbl="node2" presStyleIdx="0" presStyleCnt="3">
        <dgm:presLayoutVars>
          <dgm:chPref val="3"/>
        </dgm:presLayoutVars>
      </dgm:prSet>
      <dgm:spPr/>
    </dgm:pt>
    <dgm:pt modelId="{355E4CE5-AF99-0047-9AF8-55282D031321}" type="pres">
      <dgm:prSet presAssocID="{1F29A001-1FCB-4D43-98F5-E3BD90C80F7E}" presName="level3hierChild" presStyleCnt="0"/>
      <dgm:spPr/>
    </dgm:pt>
    <dgm:pt modelId="{F12490C2-7FAB-894A-9F88-CFB23FAB0DB1}" type="pres">
      <dgm:prSet presAssocID="{4825B089-272A-431E-80BA-00B45DC12AF8}" presName="conn2-1" presStyleLbl="parChTrans1D2" presStyleIdx="1" presStyleCnt="3"/>
      <dgm:spPr/>
    </dgm:pt>
    <dgm:pt modelId="{1224B313-BDD8-D64D-914E-BF39B0257401}" type="pres">
      <dgm:prSet presAssocID="{4825B089-272A-431E-80BA-00B45DC12AF8}" presName="connTx" presStyleLbl="parChTrans1D2" presStyleIdx="1" presStyleCnt="3"/>
      <dgm:spPr/>
    </dgm:pt>
    <dgm:pt modelId="{20D3804B-693D-F54E-8FEE-8963765DDE28}" type="pres">
      <dgm:prSet presAssocID="{B11FDF5F-2CB2-4458-B8D8-284BE9C4E1A2}" presName="root2" presStyleCnt="0"/>
      <dgm:spPr/>
    </dgm:pt>
    <dgm:pt modelId="{D633ECAB-5F94-3549-BE3D-4C3726FEC2DC}" type="pres">
      <dgm:prSet presAssocID="{B11FDF5F-2CB2-4458-B8D8-284BE9C4E1A2}" presName="LevelTwoTextNode" presStyleLbl="node2" presStyleIdx="1" presStyleCnt="3">
        <dgm:presLayoutVars>
          <dgm:chPref val="3"/>
        </dgm:presLayoutVars>
      </dgm:prSet>
      <dgm:spPr/>
    </dgm:pt>
    <dgm:pt modelId="{F502C7C2-2AAD-9A4B-8E2D-63BC137E0236}" type="pres">
      <dgm:prSet presAssocID="{B11FDF5F-2CB2-4458-B8D8-284BE9C4E1A2}" presName="level3hierChild" presStyleCnt="0"/>
      <dgm:spPr/>
    </dgm:pt>
    <dgm:pt modelId="{F2338A92-6D09-754D-88F9-7265A173420F}" type="pres">
      <dgm:prSet presAssocID="{D2755EEF-E021-4A18-A359-F46D4ACDE441}" presName="conn2-1" presStyleLbl="parChTrans1D2" presStyleIdx="2" presStyleCnt="3"/>
      <dgm:spPr/>
    </dgm:pt>
    <dgm:pt modelId="{398FA344-D47E-A04F-82E4-316D0109EFD2}" type="pres">
      <dgm:prSet presAssocID="{D2755EEF-E021-4A18-A359-F46D4ACDE441}" presName="connTx" presStyleLbl="parChTrans1D2" presStyleIdx="2" presStyleCnt="3"/>
      <dgm:spPr/>
    </dgm:pt>
    <dgm:pt modelId="{CD3ED9D8-8D67-414B-9535-B4089CF949C5}" type="pres">
      <dgm:prSet presAssocID="{356AD1DD-099F-43C6-8851-06B223C41D67}" presName="root2" presStyleCnt="0"/>
      <dgm:spPr/>
    </dgm:pt>
    <dgm:pt modelId="{02ECC3FF-DD0A-9843-8173-5D47F6E6D726}" type="pres">
      <dgm:prSet presAssocID="{356AD1DD-099F-43C6-8851-06B223C41D67}" presName="LevelTwoTextNode" presStyleLbl="node2" presStyleIdx="2" presStyleCnt="3">
        <dgm:presLayoutVars>
          <dgm:chPref val="3"/>
        </dgm:presLayoutVars>
      </dgm:prSet>
      <dgm:spPr/>
    </dgm:pt>
    <dgm:pt modelId="{4E4F51DF-2AF7-F442-A96E-5D972227E842}" type="pres">
      <dgm:prSet presAssocID="{356AD1DD-099F-43C6-8851-06B223C41D67}" presName="level3hierChild" presStyleCnt="0"/>
      <dgm:spPr/>
    </dgm:pt>
  </dgm:ptLst>
  <dgm:cxnLst>
    <dgm:cxn modelId="{D9898D04-D9EB-42CC-8323-1D2464F99BD6}" srcId="{5C173C4C-57E9-4B5D-AA23-27E304115606}" destId="{06F8B1A7-6667-4668-8DF5-63C204862337}" srcOrd="0" destOrd="0" parTransId="{A070B35F-33C2-4BAB-AC17-B873D5E5D7F7}" sibTransId="{51B6FF10-6A3C-4753-8904-79AA922B1E46}"/>
    <dgm:cxn modelId="{5CA33B05-4FA3-2640-97FB-0585CA317028}" type="presOf" srcId="{5C173C4C-57E9-4B5D-AA23-27E304115606}" destId="{4798808A-1403-C940-8833-B70CB928B30F}" srcOrd="0" destOrd="0" presId="urn:microsoft.com/office/officeart/2005/8/layout/hierarchy2"/>
    <dgm:cxn modelId="{D46DD905-3367-A341-B7FE-CC0D69E00FAA}" type="presOf" srcId="{1F29A001-1FCB-4D43-98F5-E3BD90C80F7E}" destId="{7D1DF725-BB29-024D-8D29-69FE5B700943}" srcOrd="0" destOrd="0" presId="urn:microsoft.com/office/officeart/2005/8/layout/hierarchy2"/>
    <dgm:cxn modelId="{8A381B23-4EB7-2343-9188-9F30C07013F8}" type="presOf" srcId="{B11FDF5F-2CB2-4458-B8D8-284BE9C4E1A2}" destId="{D633ECAB-5F94-3549-BE3D-4C3726FEC2DC}" srcOrd="0" destOrd="0" presId="urn:microsoft.com/office/officeart/2005/8/layout/hierarchy2"/>
    <dgm:cxn modelId="{0D50B448-599B-4C48-86AE-859C59D4EBD1}" type="presOf" srcId="{D2755EEF-E021-4A18-A359-F46D4ACDE441}" destId="{F2338A92-6D09-754D-88F9-7265A173420F}" srcOrd="0" destOrd="0" presId="urn:microsoft.com/office/officeart/2005/8/layout/hierarchy2"/>
    <dgm:cxn modelId="{ED585B6E-20B1-7D49-805F-B7A1B1E316EC}" type="presOf" srcId="{06F8B1A7-6667-4668-8DF5-63C204862337}" destId="{B6EADE7D-62B8-934E-A128-03962EBA6C8B}" srcOrd="0" destOrd="0" presId="urn:microsoft.com/office/officeart/2005/8/layout/hierarchy2"/>
    <dgm:cxn modelId="{9A7B6C70-E9A0-C244-85F9-BEB01D53FA66}" type="presOf" srcId="{356AD1DD-099F-43C6-8851-06B223C41D67}" destId="{02ECC3FF-DD0A-9843-8173-5D47F6E6D726}" srcOrd="0" destOrd="0" presId="urn:microsoft.com/office/officeart/2005/8/layout/hierarchy2"/>
    <dgm:cxn modelId="{0F89B97B-2790-4A59-A55D-A0A5C93AF2D4}" srcId="{DCAFFA40-11E4-48DB-8633-E089A29E161A}" destId="{1F29A001-1FCB-4D43-98F5-E3BD90C80F7E}" srcOrd="0" destOrd="0" parTransId="{14962187-84E1-40EC-B2CB-1C4BEB70F7B0}" sibTransId="{83EDDE69-89F9-4B5F-82A8-05965D6D587D}"/>
    <dgm:cxn modelId="{91561791-A402-B246-907E-15BAAB49CF8B}" type="presOf" srcId="{4825B089-272A-431E-80BA-00B45DC12AF8}" destId="{1224B313-BDD8-D64D-914E-BF39B0257401}" srcOrd="1" destOrd="0" presId="urn:microsoft.com/office/officeart/2005/8/layout/hierarchy2"/>
    <dgm:cxn modelId="{8749A59A-BB39-644D-9D32-1A217C79EDB3}" type="presOf" srcId="{D2755EEF-E021-4A18-A359-F46D4ACDE441}" destId="{398FA344-D47E-A04F-82E4-316D0109EFD2}" srcOrd="1" destOrd="0" presId="urn:microsoft.com/office/officeart/2005/8/layout/hierarchy2"/>
    <dgm:cxn modelId="{0484279D-5153-48F6-916B-07056B4FB787}" srcId="{5C173C4C-57E9-4B5D-AA23-27E304115606}" destId="{DCAFFA40-11E4-48DB-8633-E089A29E161A}" srcOrd="1" destOrd="0" parTransId="{DA570B8A-DF4C-486E-8FBA-F53C195A9B7D}" sibTransId="{361CEAE6-7CD7-418C-BC97-9C817B1272AC}"/>
    <dgm:cxn modelId="{D29361B2-8C6E-4F63-BBBE-8C224B816E6E}" srcId="{DCAFFA40-11E4-48DB-8633-E089A29E161A}" destId="{356AD1DD-099F-43C6-8851-06B223C41D67}" srcOrd="2" destOrd="0" parTransId="{D2755EEF-E021-4A18-A359-F46D4ACDE441}" sibTransId="{2B24F531-95C8-45EE-A405-57D27ECBFC65}"/>
    <dgm:cxn modelId="{17A52FB4-0B65-344D-88D5-85890AEAF194}" type="presOf" srcId="{14962187-84E1-40EC-B2CB-1C4BEB70F7B0}" destId="{A93BD087-F572-9E44-84DC-1EE04BDA2F55}" srcOrd="0" destOrd="0" presId="urn:microsoft.com/office/officeart/2005/8/layout/hierarchy2"/>
    <dgm:cxn modelId="{B052F8C9-2D24-495B-A0DB-A04F6B2C9B80}" srcId="{DCAFFA40-11E4-48DB-8633-E089A29E161A}" destId="{B11FDF5F-2CB2-4458-B8D8-284BE9C4E1A2}" srcOrd="1" destOrd="0" parTransId="{4825B089-272A-431E-80BA-00B45DC12AF8}" sibTransId="{6EE5DC7A-97AB-4D69-80A9-924BC50EEA99}"/>
    <dgm:cxn modelId="{077900D7-E081-DF45-9AF6-9753DC2E7D68}" type="presOf" srcId="{DCAFFA40-11E4-48DB-8633-E089A29E161A}" destId="{C1A574AD-F00C-444E-A1EF-8C556D7483E8}" srcOrd="0" destOrd="0" presId="urn:microsoft.com/office/officeart/2005/8/layout/hierarchy2"/>
    <dgm:cxn modelId="{15D0AFE5-8CA1-C740-90BC-3131E4219998}" type="presOf" srcId="{4825B089-272A-431E-80BA-00B45DC12AF8}" destId="{F12490C2-7FAB-894A-9F88-CFB23FAB0DB1}" srcOrd="0" destOrd="0" presId="urn:microsoft.com/office/officeart/2005/8/layout/hierarchy2"/>
    <dgm:cxn modelId="{7E660FFA-C844-3740-A118-68F2DD78D9CC}" type="presOf" srcId="{14962187-84E1-40EC-B2CB-1C4BEB70F7B0}" destId="{C6616CB3-76B4-BC44-89E5-9A1E714420C3}" srcOrd="1" destOrd="0" presId="urn:microsoft.com/office/officeart/2005/8/layout/hierarchy2"/>
    <dgm:cxn modelId="{EFFCA5CD-BEA0-154A-96CD-D1DEA6F19C79}" type="presParOf" srcId="{4798808A-1403-C940-8833-B70CB928B30F}" destId="{8843A543-49AB-004C-9CC1-E250FD59F4B1}" srcOrd="0" destOrd="0" presId="urn:microsoft.com/office/officeart/2005/8/layout/hierarchy2"/>
    <dgm:cxn modelId="{310B7C1B-26EB-334D-BF12-7924485D105E}" type="presParOf" srcId="{8843A543-49AB-004C-9CC1-E250FD59F4B1}" destId="{B6EADE7D-62B8-934E-A128-03962EBA6C8B}" srcOrd="0" destOrd="0" presId="urn:microsoft.com/office/officeart/2005/8/layout/hierarchy2"/>
    <dgm:cxn modelId="{08F8C9D4-5EEE-4F49-9B1E-6857935FBF62}" type="presParOf" srcId="{8843A543-49AB-004C-9CC1-E250FD59F4B1}" destId="{BB818BDB-9389-0D4A-8075-3A7FBA1E43E9}" srcOrd="1" destOrd="0" presId="urn:microsoft.com/office/officeart/2005/8/layout/hierarchy2"/>
    <dgm:cxn modelId="{1A04D517-7F15-EF44-9E31-9BE272E584A4}" type="presParOf" srcId="{4798808A-1403-C940-8833-B70CB928B30F}" destId="{8C29D2CB-C05E-CF42-A201-99F05432C78B}" srcOrd="1" destOrd="0" presId="urn:microsoft.com/office/officeart/2005/8/layout/hierarchy2"/>
    <dgm:cxn modelId="{AF290125-D30A-0D45-9DFB-28C729DF3439}" type="presParOf" srcId="{8C29D2CB-C05E-CF42-A201-99F05432C78B}" destId="{C1A574AD-F00C-444E-A1EF-8C556D7483E8}" srcOrd="0" destOrd="0" presId="urn:microsoft.com/office/officeart/2005/8/layout/hierarchy2"/>
    <dgm:cxn modelId="{02E81805-5AC4-E644-9F5F-766A5BDB088F}" type="presParOf" srcId="{8C29D2CB-C05E-CF42-A201-99F05432C78B}" destId="{C692B33B-905A-CF4B-88B6-605BB7BFF52C}" srcOrd="1" destOrd="0" presId="urn:microsoft.com/office/officeart/2005/8/layout/hierarchy2"/>
    <dgm:cxn modelId="{16BC4DA1-7107-894A-BB6B-58B1AB8E6BB3}" type="presParOf" srcId="{C692B33B-905A-CF4B-88B6-605BB7BFF52C}" destId="{A93BD087-F572-9E44-84DC-1EE04BDA2F55}" srcOrd="0" destOrd="0" presId="urn:microsoft.com/office/officeart/2005/8/layout/hierarchy2"/>
    <dgm:cxn modelId="{EEFBD420-67ED-6542-838D-F3B53AC0E56D}" type="presParOf" srcId="{A93BD087-F572-9E44-84DC-1EE04BDA2F55}" destId="{C6616CB3-76B4-BC44-89E5-9A1E714420C3}" srcOrd="0" destOrd="0" presId="urn:microsoft.com/office/officeart/2005/8/layout/hierarchy2"/>
    <dgm:cxn modelId="{472457AC-57BB-CA49-A838-44E28D30D932}" type="presParOf" srcId="{C692B33B-905A-CF4B-88B6-605BB7BFF52C}" destId="{8F62BCB9-537C-FF41-AB40-8D9BA81CA0CC}" srcOrd="1" destOrd="0" presId="urn:microsoft.com/office/officeart/2005/8/layout/hierarchy2"/>
    <dgm:cxn modelId="{3F8F2969-A36D-B845-BF43-3568E7D40041}" type="presParOf" srcId="{8F62BCB9-537C-FF41-AB40-8D9BA81CA0CC}" destId="{7D1DF725-BB29-024D-8D29-69FE5B700943}" srcOrd="0" destOrd="0" presId="urn:microsoft.com/office/officeart/2005/8/layout/hierarchy2"/>
    <dgm:cxn modelId="{ED43E8CA-3A3A-5040-817A-4D1426FC764E}" type="presParOf" srcId="{8F62BCB9-537C-FF41-AB40-8D9BA81CA0CC}" destId="{355E4CE5-AF99-0047-9AF8-55282D031321}" srcOrd="1" destOrd="0" presId="urn:microsoft.com/office/officeart/2005/8/layout/hierarchy2"/>
    <dgm:cxn modelId="{5EB7222C-AFE0-8345-85BE-F8D3F5180E86}" type="presParOf" srcId="{C692B33B-905A-CF4B-88B6-605BB7BFF52C}" destId="{F12490C2-7FAB-894A-9F88-CFB23FAB0DB1}" srcOrd="2" destOrd="0" presId="urn:microsoft.com/office/officeart/2005/8/layout/hierarchy2"/>
    <dgm:cxn modelId="{F080CFF9-FBDC-924A-8EA3-88350CDE7492}" type="presParOf" srcId="{F12490C2-7FAB-894A-9F88-CFB23FAB0DB1}" destId="{1224B313-BDD8-D64D-914E-BF39B0257401}" srcOrd="0" destOrd="0" presId="urn:microsoft.com/office/officeart/2005/8/layout/hierarchy2"/>
    <dgm:cxn modelId="{C7C76ED6-12DA-E649-9684-15C2B2133609}" type="presParOf" srcId="{C692B33B-905A-CF4B-88B6-605BB7BFF52C}" destId="{20D3804B-693D-F54E-8FEE-8963765DDE28}" srcOrd="3" destOrd="0" presId="urn:microsoft.com/office/officeart/2005/8/layout/hierarchy2"/>
    <dgm:cxn modelId="{E84A92A6-2D47-7A41-906B-3776D93FBB5F}" type="presParOf" srcId="{20D3804B-693D-F54E-8FEE-8963765DDE28}" destId="{D633ECAB-5F94-3549-BE3D-4C3726FEC2DC}" srcOrd="0" destOrd="0" presId="urn:microsoft.com/office/officeart/2005/8/layout/hierarchy2"/>
    <dgm:cxn modelId="{9EE0E800-DEDB-B447-91BC-716E0457BE51}" type="presParOf" srcId="{20D3804B-693D-F54E-8FEE-8963765DDE28}" destId="{F502C7C2-2AAD-9A4B-8E2D-63BC137E0236}" srcOrd="1" destOrd="0" presId="urn:microsoft.com/office/officeart/2005/8/layout/hierarchy2"/>
    <dgm:cxn modelId="{0E2B9065-E140-CD47-9CF8-C1C9107D2273}" type="presParOf" srcId="{C692B33B-905A-CF4B-88B6-605BB7BFF52C}" destId="{F2338A92-6D09-754D-88F9-7265A173420F}" srcOrd="4" destOrd="0" presId="urn:microsoft.com/office/officeart/2005/8/layout/hierarchy2"/>
    <dgm:cxn modelId="{AB422094-1497-A94F-9D3E-A0E6675FC6AF}" type="presParOf" srcId="{F2338A92-6D09-754D-88F9-7265A173420F}" destId="{398FA344-D47E-A04F-82E4-316D0109EFD2}" srcOrd="0" destOrd="0" presId="urn:microsoft.com/office/officeart/2005/8/layout/hierarchy2"/>
    <dgm:cxn modelId="{283C379F-7696-4740-A464-AA7B186EBD12}" type="presParOf" srcId="{C692B33B-905A-CF4B-88B6-605BB7BFF52C}" destId="{CD3ED9D8-8D67-414B-9535-B4089CF949C5}" srcOrd="5" destOrd="0" presId="urn:microsoft.com/office/officeart/2005/8/layout/hierarchy2"/>
    <dgm:cxn modelId="{77920FC1-394D-5A43-8109-7597C41C7973}" type="presParOf" srcId="{CD3ED9D8-8D67-414B-9535-B4089CF949C5}" destId="{02ECC3FF-DD0A-9843-8173-5D47F6E6D726}" srcOrd="0" destOrd="0" presId="urn:microsoft.com/office/officeart/2005/8/layout/hierarchy2"/>
    <dgm:cxn modelId="{48F2B7D5-CB39-7047-8119-754F75C76743}" type="presParOf" srcId="{CD3ED9D8-8D67-414B-9535-B4089CF949C5}" destId="{4E4F51DF-2AF7-F442-A96E-5D972227E842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B410BF-B825-3244-8678-D811C3B9EAB9}">
      <dsp:nvSpPr>
        <dsp:cNvPr id="0" name=""/>
        <dsp:cNvSpPr/>
      </dsp:nvSpPr>
      <dsp:spPr>
        <a:xfrm>
          <a:off x="6007536" y="1364358"/>
          <a:ext cx="3738368" cy="5930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4140"/>
              </a:lnTo>
              <a:lnTo>
                <a:pt x="3738368" y="404140"/>
              </a:lnTo>
              <a:lnTo>
                <a:pt x="3738368" y="593041"/>
              </a:lnTo>
            </a:path>
          </a:pathLst>
        </a:custGeom>
        <a:noFill/>
        <a:ln w="190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C50162-0BA4-DF43-8A33-91A37C8E694B}">
      <dsp:nvSpPr>
        <dsp:cNvPr id="0" name=""/>
        <dsp:cNvSpPr/>
      </dsp:nvSpPr>
      <dsp:spPr>
        <a:xfrm>
          <a:off x="6007536" y="1364358"/>
          <a:ext cx="1246122" cy="5930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4140"/>
              </a:lnTo>
              <a:lnTo>
                <a:pt x="1246122" y="404140"/>
              </a:lnTo>
              <a:lnTo>
                <a:pt x="1246122" y="593041"/>
              </a:lnTo>
            </a:path>
          </a:pathLst>
        </a:custGeom>
        <a:noFill/>
        <a:ln w="190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A06824-250C-A840-8B98-5F8C561C460B}">
      <dsp:nvSpPr>
        <dsp:cNvPr id="0" name=""/>
        <dsp:cNvSpPr/>
      </dsp:nvSpPr>
      <dsp:spPr>
        <a:xfrm>
          <a:off x="4761413" y="1364358"/>
          <a:ext cx="1246122" cy="593041"/>
        </a:xfrm>
        <a:custGeom>
          <a:avLst/>
          <a:gdLst/>
          <a:ahLst/>
          <a:cxnLst/>
          <a:rect l="0" t="0" r="0" b="0"/>
          <a:pathLst>
            <a:path>
              <a:moveTo>
                <a:pt x="1246122" y="0"/>
              </a:moveTo>
              <a:lnTo>
                <a:pt x="1246122" y="404140"/>
              </a:lnTo>
              <a:lnTo>
                <a:pt x="0" y="404140"/>
              </a:lnTo>
              <a:lnTo>
                <a:pt x="0" y="593041"/>
              </a:lnTo>
            </a:path>
          </a:pathLst>
        </a:custGeom>
        <a:noFill/>
        <a:ln w="190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F709B5-E781-1F45-A539-EFCE3C0B8AA3}">
      <dsp:nvSpPr>
        <dsp:cNvPr id="0" name=""/>
        <dsp:cNvSpPr/>
      </dsp:nvSpPr>
      <dsp:spPr>
        <a:xfrm>
          <a:off x="2269167" y="1364358"/>
          <a:ext cx="3738368" cy="593041"/>
        </a:xfrm>
        <a:custGeom>
          <a:avLst/>
          <a:gdLst/>
          <a:ahLst/>
          <a:cxnLst/>
          <a:rect l="0" t="0" r="0" b="0"/>
          <a:pathLst>
            <a:path>
              <a:moveTo>
                <a:pt x="3738368" y="0"/>
              </a:moveTo>
              <a:lnTo>
                <a:pt x="3738368" y="404140"/>
              </a:lnTo>
              <a:lnTo>
                <a:pt x="0" y="404140"/>
              </a:lnTo>
              <a:lnTo>
                <a:pt x="0" y="593041"/>
              </a:lnTo>
            </a:path>
          </a:pathLst>
        </a:custGeom>
        <a:noFill/>
        <a:ln w="190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583115-3413-3942-913B-EE29D0567346}">
      <dsp:nvSpPr>
        <dsp:cNvPr id="0" name=""/>
        <dsp:cNvSpPr/>
      </dsp:nvSpPr>
      <dsp:spPr>
        <a:xfrm>
          <a:off x="3489" y="69523"/>
          <a:ext cx="2039110" cy="129483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69389F-6853-B943-A345-B83BDBD13E28}">
      <dsp:nvSpPr>
        <dsp:cNvPr id="0" name=""/>
        <dsp:cNvSpPr/>
      </dsp:nvSpPr>
      <dsp:spPr>
        <a:xfrm>
          <a:off x="230057" y="284763"/>
          <a:ext cx="2039110" cy="129483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Quiz educacional para alunos e professores</a:t>
          </a:r>
          <a:endParaRPr lang="en-US" sz="1400" kern="1200"/>
        </a:p>
      </dsp:txBody>
      <dsp:txXfrm>
        <a:off x="267981" y="322687"/>
        <a:ext cx="1963262" cy="1218986"/>
      </dsp:txXfrm>
    </dsp:sp>
    <dsp:sp modelId="{5A381A81-882F-0943-9E18-2600BDF54D9C}">
      <dsp:nvSpPr>
        <dsp:cNvPr id="0" name=""/>
        <dsp:cNvSpPr/>
      </dsp:nvSpPr>
      <dsp:spPr>
        <a:xfrm>
          <a:off x="2495735" y="69523"/>
          <a:ext cx="2039110" cy="129483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0A0FEC-77EB-B14C-884A-EA61B9127CC5}">
      <dsp:nvSpPr>
        <dsp:cNvPr id="0" name=""/>
        <dsp:cNvSpPr/>
      </dsp:nvSpPr>
      <dsp:spPr>
        <a:xfrm>
          <a:off x="2722303" y="284763"/>
          <a:ext cx="2039110" cy="129483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Desenvolvida em Java (GUI) e POO</a:t>
          </a:r>
          <a:endParaRPr lang="en-US" sz="1400" kern="1200"/>
        </a:p>
      </dsp:txBody>
      <dsp:txXfrm>
        <a:off x="2760227" y="322687"/>
        <a:ext cx="1963262" cy="1218986"/>
      </dsp:txXfrm>
    </dsp:sp>
    <dsp:sp modelId="{EDF64382-5877-0D41-BFB4-821FFC4A0865}">
      <dsp:nvSpPr>
        <dsp:cNvPr id="0" name=""/>
        <dsp:cNvSpPr/>
      </dsp:nvSpPr>
      <dsp:spPr>
        <a:xfrm>
          <a:off x="4987981" y="69523"/>
          <a:ext cx="2039110" cy="129483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F2A09B-319A-3140-B98E-1AFD1D11C868}">
      <dsp:nvSpPr>
        <dsp:cNvPr id="0" name=""/>
        <dsp:cNvSpPr/>
      </dsp:nvSpPr>
      <dsp:spPr>
        <a:xfrm>
          <a:off x="5214549" y="284763"/>
          <a:ext cx="2039110" cy="129483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Banco de dados no MySql para armazenar:</a:t>
          </a:r>
          <a:endParaRPr lang="en-US" sz="1400" kern="1200" dirty="0"/>
        </a:p>
      </dsp:txBody>
      <dsp:txXfrm>
        <a:off x="5252473" y="322687"/>
        <a:ext cx="1963262" cy="1218986"/>
      </dsp:txXfrm>
    </dsp:sp>
    <dsp:sp modelId="{96152CE4-FBF9-B845-8B3A-70A1FCEF2F31}">
      <dsp:nvSpPr>
        <dsp:cNvPr id="0" name=""/>
        <dsp:cNvSpPr/>
      </dsp:nvSpPr>
      <dsp:spPr>
        <a:xfrm>
          <a:off x="1249612" y="1957399"/>
          <a:ext cx="2039110" cy="129483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225ED6-03C8-AF41-AA92-3C7723434F7A}">
      <dsp:nvSpPr>
        <dsp:cNvPr id="0" name=""/>
        <dsp:cNvSpPr/>
      </dsp:nvSpPr>
      <dsp:spPr>
        <a:xfrm>
          <a:off x="1476180" y="2172639"/>
          <a:ext cx="2039110" cy="129483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Usuários</a:t>
          </a:r>
          <a:endParaRPr lang="en-US" sz="1400" kern="1200"/>
        </a:p>
      </dsp:txBody>
      <dsp:txXfrm>
        <a:off x="1514104" y="2210563"/>
        <a:ext cx="1963262" cy="1218986"/>
      </dsp:txXfrm>
    </dsp:sp>
    <dsp:sp modelId="{161192C5-89D6-E942-BF55-1CF0E8EA86E5}">
      <dsp:nvSpPr>
        <dsp:cNvPr id="0" name=""/>
        <dsp:cNvSpPr/>
      </dsp:nvSpPr>
      <dsp:spPr>
        <a:xfrm>
          <a:off x="3741858" y="1957399"/>
          <a:ext cx="2039110" cy="129483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7B8CAF-6509-724A-98A8-CBF3B194C048}">
      <dsp:nvSpPr>
        <dsp:cNvPr id="0" name=""/>
        <dsp:cNvSpPr/>
      </dsp:nvSpPr>
      <dsp:spPr>
        <a:xfrm>
          <a:off x="3968426" y="2172639"/>
          <a:ext cx="2039110" cy="129483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Perguntas</a:t>
          </a:r>
          <a:endParaRPr lang="en-US" sz="1400" kern="1200"/>
        </a:p>
      </dsp:txBody>
      <dsp:txXfrm>
        <a:off x="4006350" y="2210563"/>
        <a:ext cx="1963262" cy="1218986"/>
      </dsp:txXfrm>
    </dsp:sp>
    <dsp:sp modelId="{4763A7EE-3973-DC4A-B63E-A8320DFBE037}">
      <dsp:nvSpPr>
        <dsp:cNvPr id="0" name=""/>
        <dsp:cNvSpPr/>
      </dsp:nvSpPr>
      <dsp:spPr>
        <a:xfrm>
          <a:off x="6234104" y="1957399"/>
          <a:ext cx="2039110" cy="129483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C84D73-2EE8-A340-8A01-4D840EF0DA4E}">
      <dsp:nvSpPr>
        <dsp:cNvPr id="0" name=""/>
        <dsp:cNvSpPr/>
      </dsp:nvSpPr>
      <dsp:spPr>
        <a:xfrm>
          <a:off x="6460672" y="2172639"/>
          <a:ext cx="2039110" cy="129483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Quizzes</a:t>
          </a:r>
          <a:endParaRPr lang="en-US" sz="1400" kern="1200"/>
        </a:p>
      </dsp:txBody>
      <dsp:txXfrm>
        <a:off x="6498596" y="2210563"/>
        <a:ext cx="1963262" cy="1218986"/>
      </dsp:txXfrm>
    </dsp:sp>
    <dsp:sp modelId="{84F007B2-2E60-954B-B561-FA32A16E5CC5}">
      <dsp:nvSpPr>
        <dsp:cNvPr id="0" name=""/>
        <dsp:cNvSpPr/>
      </dsp:nvSpPr>
      <dsp:spPr>
        <a:xfrm>
          <a:off x="8726350" y="1957399"/>
          <a:ext cx="2039110" cy="129483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7460D8-492A-164A-9408-832A1DCD8259}">
      <dsp:nvSpPr>
        <dsp:cNvPr id="0" name=""/>
        <dsp:cNvSpPr/>
      </dsp:nvSpPr>
      <dsp:spPr>
        <a:xfrm>
          <a:off x="8952917" y="2172639"/>
          <a:ext cx="2039110" cy="129483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Resultados/Pontuação</a:t>
          </a:r>
          <a:br>
            <a:rPr lang="pt-BR" sz="1400" kern="1200"/>
          </a:br>
          <a:r>
            <a:rPr lang="pt-BR" sz="1400" kern="1200"/>
            <a:t>	</a:t>
          </a:r>
          <a:endParaRPr lang="en-US" sz="1400" kern="1200"/>
        </a:p>
      </dsp:txBody>
      <dsp:txXfrm>
        <a:off x="8990841" y="2210563"/>
        <a:ext cx="1963262" cy="12189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2DB581-F42D-114C-A626-FF3794ECFB03}">
      <dsp:nvSpPr>
        <dsp:cNvPr id="0" name=""/>
        <dsp:cNvSpPr/>
      </dsp:nvSpPr>
      <dsp:spPr>
        <a:xfrm>
          <a:off x="3691120" y="696740"/>
          <a:ext cx="53804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8047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45928" y="739617"/>
        <a:ext cx="28432" cy="5686"/>
      </dsp:txXfrm>
    </dsp:sp>
    <dsp:sp modelId="{18F3ED44-F484-8840-885A-4AE923745CBC}">
      <dsp:nvSpPr>
        <dsp:cNvPr id="0" name=""/>
        <dsp:cNvSpPr/>
      </dsp:nvSpPr>
      <dsp:spPr>
        <a:xfrm>
          <a:off x="1220540" y="746"/>
          <a:ext cx="2472380" cy="148342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149" tIns="127167" rIns="121149" bIns="127167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/>
            <a:t>Login de usuários (aluno/professor)</a:t>
          </a:r>
          <a:endParaRPr lang="en-US" sz="2000" kern="1200"/>
        </a:p>
      </dsp:txBody>
      <dsp:txXfrm>
        <a:off x="1220540" y="746"/>
        <a:ext cx="2472380" cy="1483428"/>
      </dsp:txXfrm>
    </dsp:sp>
    <dsp:sp modelId="{45677506-2A46-5A4E-ACEF-57DA087B0BD7}">
      <dsp:nvSpPr>
        <dsp:cNvPr id="0" name=""/>
        <dsp:cNvSpPr/>
      </dsp:nvSpPr>
      <dsp:spPr>
        <a:xfrm>
          <a:off x="6732149" y="696740"/>
          <a:ext cx="53804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8047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86957" y="739617"/>
        <a:ext cx="28432" cy="5686"/>
      </dsp:txXfrm>
    </dsp:sp>
    <dsp:sp modelId="{AF3436CE-6D86-0A48-A63D-5F90C993974A}">
      <dsp:nvSpPr>
        <dsp:cNvPr id="0" name=""/>
        <dsp:cNvSpPr/>
      </dsp:nvSpPr>
      <dsp:spPr>
        <a:xfrm>
          <a:off x="4261568" y="746"/>
          <a:ext cx="2472380" cy="148342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149" tIns="127167" rIns="121149" bIns="127167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/>
            <a:t>Realização de quizzes com múltipla escolha</a:t>
          </a:r>
          <a:endParaRPr lang="en-US" sz="2000" kern="1200"/>
        </a:p>
      </dsp:txBody>
      <dsp:txXfrm>
        <a:off x="4261568" y="746"/>
        <a:ext cx="2472380" cy="1483428"/>
      </dsp:txXfrm>
    </dsp:sp>
    <dsp:sp modelId="{2EE5793A-8F44-044F-9E46-543C163FD776}">
      <dsp:nvSpPr>
        <dsp:cNvPr id="0" name=""/>
        <dsp:cNvSpPr/>
      </dsp:nvSpPr>
      <dsp:spPr>
        <a:xfrm>
          <a:off x="2456730" y="1482375"/>
          <a:ext cx="6082056" cy="538047"/>
        </a:xfrm>
        <a:custGeom>
          <a:avLst/>
          <a:gdLst/>
          <a:ahLst/>
          <a:cxnLst/>
          <a:rect l="0" t="0" r="0" b="0"/>
          <a:pathLst>
            <a:path>
              <a:moveTo>
                <a:pt x="6082056" y="0"/>
              </a:moveTo>
              <a:lnTo>
                <a:pt x="6082056" y="286123"/>
              </a:lnTo>
              <a:lnTo>
                <a:pt x="0" y="286123"/>
              </a:lnTo>
              <a:lnTo>
                <a:pt x="0" y="538047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45044" y="1748555"/>
        <a:ext cx="305429" cy="5686"/>
      </dsp:txXfrm>
    </dsp:sp>
    <dsp:sp modelId="{F5567C7B-79D3-A44F-8EEF-30290CC4DB45}">
      <dsp:nvSpPr>
        <dsp:cNvPr id="0" name=""/>
        <dsp:cNvSpPr/>
      </dsp:nvSpPr>
      <dsp:spPr>
        <a:xfrm>
          <a:off x="7302597" y="746"/>
          <a:ext cx="2472380" cy="148342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149" tIns="127167" rIns="121149" bIns="127167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/>
            <a:t>Correção automática e calculo de pontuação</a:t>
          </a:r>
          <a:endParaRPr lang="en-US" sz="2000" kern="1200"/>
        </a:p>
      </dsp:txBody>
      <dsp:txXfrm>
        <a:off x="7302597" y="746"/>
        <a:ext cx="2472380" cy="1483428"/>
      </dsp:txXfrm>
    </dsp:sp>
    <dsp:sp modelId="{7EADA461-C0C3-5B4F-9C35-4472720B7A7A}">
      <dsp:nvSpPr>
        <dsp:cNvPr id="0" name=""/>
        <dsp:cNvSpPr/>
      </dsp:nvSpPr>
      <dsp:spPr>
        <a:xfrm>
          <a:off x="3691120" y="2748817"/>
          <a:ext cx="53804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8047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45928" y="2791693"/>
        <a:ext cx="28432" cy="5686"/>
      </dsp:txXfrm>
    </dsp:sp>
    <dsp:sp modelId="{8DFD8930-58B6-C546-A587-BBEFB8A5BF20}">
      <dsp:nvSpPr>
        <dsp:cNvPr id="0" name=""/>
        <dsp:cNvSpPr/>
      </dsp:nvSpPr>
      <dsp:spPr>
        <a:xfrm>
          <a:off x="1220540" y="2052822"/>
          <a:ext cx="2472380" cy="148342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149" tIns="127167" rIns="121149" bIns="127167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/>
            <a:t>Registro dos resultados no banco de dados</a:t>
          </a:r>
          <a:endParaRPr lang="en-US" sz="2000" kern="1200"/>
        </a:p>
      </dsp:txBody>
      <dsp:txXfrm>
        <a:off x="1220540" y="2052822"/>
        <a:ext cx="2472380" cy="1483428"/>
      </dsp:txXfrm>
    </dsp:sp>
    <dsp:sp modelId="{0DCB1DF0-46C6-4B4E-BA06-62F48F50C861}">
      <dsp:nvSpPr>
        <dsp:cNvPr id="0" name=""/>
        <dsp:cNvSpPr/>
      </dsp:nvSpPr>
      <dsp:spPr>
        <a:xfrm>
          <a:off x="4261568" y="2052822"/>
          <a:ext cx="2472380" cy="148342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149" tIns="127167" rIns="121149" bIns="127167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/>
            <a:t>Professor pode gerenciar/cadastrar perguntas e quizzes</a:t>
          </a:r>
          <a:endParaRPr lang="en-US" sz="2000" kern="1200"/>
        </a:p>
      </dsp:txBody>
      <dsp:txXfrm>
        <a:off x="4261568" y="2052822"/>
        <a:ext cx="2472380" cy="14834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EADE7D-62B8-934E-A128-03962EBA6C8B}">
      <dsp:nvSpPr>
        <dsp:cNvPr id="0" name=""/>
        <dsp:cNvSpPr/>
      </dsp:nvSpPr>
      <dsp:spPr>
        <a:xfrm>
          <a:off x="2096280" y="2124"/>
          <a:ext cx="2634599" cy="13172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O projeto evoluiu de um </a:t>
          </a:r>
          <a:r>
            <a:rPr lang="pt-BR" sz="1600" b="1" kern="1200" dirty="0"/>
            <a:t>simples quiz em Java + MySQL</a:t>
          </a:r>
          <a:r>
            <a:rPr lang="pt-BR" sz="1600" kern="1200" dirty="0"/>
            <a:t> para uma aplicação mais completa e próxima de um sistema real</a:t>
          </a:r>
          <a:endParaRPr lang="en-US" sz="1600" kern="1200" dirty="0"/>
        </a:p>
      </dsp:txBody>
      <dsp:txXfrm>
        <a:off x="2134862" y="40706"/>
        <a:ext cx="2557435" cy="1240135"/>
      </dsp:txXfrm>
    </dsp:sp>
    <dsp:sp modelId="{C1A574AD-F00C-444E-A1EF-8C556D7483E8}">
      <dsp:nvSpPr>
        <dsp:cNvPr id="0" name=""/>
        <dsp:cNvSpPr/>
      </dsp:nvSpPr>
      <dsp:spPr>
        <a:xfrm>
          <a:off x="2096280" y="1517019"/>
          <a:ext cx="2634599" cy="13172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Com as melhorias, o sistema ficou:</a:t>
          </a:r>
          <a:endParaRPr lang="en-US" sz="1600" kern="1200"/>
        </a:p>
      </dsp:txBody>
      <dsp:txXfrm>
        <a:off x="2134862" y="1555601"/>
        <a:ext cx="2557435" cy="1240135"/>
      </dsp:txXfrm>
    </dsp:sp>
    <dsp:sp modelId="{A93BD087-F572-9E44-84DC-1EE04BDA2F55}">
      <dsp:nvSpPr>
        <dsp:cNvPr id="0" name=""/>
        <dsp:cNvSpPr/>
      </dsp:nvSpPr>
      <dsp:spPr>
        <a:xfrm rot="18289469">
          <a:off x="4335102" y="1390975"/>
          <a:ext cx="1845395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845395" y="27246"/>
              </a:lnTo>
            </a:path>
          </a:pathLst>
        </a:custGeom>
        <a:noFill/>
        <a:ln w="190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5211665" y="1372086"/>
        <a:ext cx="92269" cy="92269"/>
      </dsp:txXfrm>
    </dsp:sp>
    <dsp:sp modelId="{7D1DF725-BB29-024D-8D29-69FE5B700943}">
      <dsp:nvSpPr>
        <dsp:cNvPr id="0" name=""/>
        <dsp:cNvSpPr/>
      </dsp:nvSpPr>
      <dsp:spPr>
        <a:xfrm>
          <a:off x="5784719" y="2124"/>
          <a:ext cx="2634599" cy="13172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Mais </a:t>
          </a:r>
          <a:r>
            <a:rPr lang="pt-BR" sz="1600" b="1" kern="1200"/>
            <a:t>flexível</a:t>
          </a:r>
          <a:r>
            <a:rPr lang="pt-BR" sz="1600" kern="1200"/>
            <a:t> (idiomas e modos de uso)</a:t>
          </a:r>
          <a:endParaRPr lang="en-US" sz="1600" kern="1200"/>
        </a:p>
      </dsp:txBody>
      <dsp:txXfrm>
        <a:off x="5823301" y="40706"/>
        <a:ext cx="2557435" cy="1240135"/>
      </dsp:txXfrm>
    </dsp:sp>
    <dsp:sp modelId="{F12490C2-7FAB-894A-9F88-CFB23FAB0DB1}">
      <dsp:nvSpPr>
        <dsp:cNvPr id="0" name=""/>
        <dsp:cNvSpPr/>
      </dsp:nvSpPr>
      <dsp:spPr>
        <a:xfrm>
          <a:off x="4730880" y="2148422"/>
          <a:ext cx="1053839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053839" y="27246"/>
              </a:lnTo>
            </a:path>
          </a:pathLst>
        </a:custGeom>
        <a:noFill/>
        <a:ln w="190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31454" y="2149323"/>
        <a:ext cx="52691" cy="52691"/>
      </dsp:txXfrm>
    </dsp:sp>
    <dsp:sp modelId="{D633ECAB-5F94-3549-BE3D-4C3726FEC2DC}">
      <dsp:nvSpPr>
        <dsp:cNvPr id="0" name=""/>
        <dsp:cNvSpPr/>
      </dsp:nvSpPr>
      <dsp:spPr>
        <a:xfrm>
          <a:off x="5784719" y="1517019"/>
          <a:ext cx="2634599" cy="13172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Mais </a:t>
          </a:r>
          <a:r>
            <a:rPr lang="pt-BR" sz="1600" b="1" kern="1200"/>
            <a:t>seguro</a:t>
          </a:r>
          <a:r>
            <a:rPr lang="pt-BR" sz="1600" kern="1200"/>
            <a:t> (tratamento de dados)</a:t>
          </a:r>
          <a:endParaRPr lang="en-US" sz="1600" kern="1200"/>
        </a:p>
      </dsp:txBody>
      <dsp:txXfrm>
        <a:off x="5823301" y="1555601"/>
        <a:ext cx="2557435" cy="1240135"/>
      </dsp:txXfrm>
    </dsp:sp>
    <dsp:sp modelId="{F2338A92-6D09-754D-88F9-7265A173420F}">
      <dsp:nvSpPr>
        <dsp:cNvPr id="0" name=""/>
        <dsp:cNvSpPr/>
      </dsp:nvSpPr>
      <dsp:spPr>
        <a:xfrm rot="3310531">
          <a:off x="4335102" y="2905870"/>
          <a:ext cx="1845395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845395" y="27246"/>
              </a:lnTo>
            </a:path>
          </a:pathLst>
        </a:custGeom>
        <a:noFill/>
        <a:ln w="190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5211665" y="2886981"/>
        <a:ext cx="92269" cy="92269"/>
      </dsp:txXfrm>
    </dsp:sp>
    <dsp:sp modelId="{02ECC3FF-DD0A-9843-8173-5D47F6E6D726}">
      <dsp:nvSpPr>
        <dsp:cNvPr id="0" name=""/>
        <dsp:cNvSpPr/>
      </dsp:nvSpPr>
      <dsp:spPr>
        <a:xfrm>
          <a:off x="5784719" y="3031913"/>
          <a:ext cx="2634599" cy="13172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Mais </a:t>
          </a:r>
          <a:r>
            <a:rPr lang="pt-BR" sz="1600" b="1" kern="1200"/>
            <a:t>interativo </a:t>
          </a:r>
          <a:r>
            <a:rPr lang="pt-BR" sz="1600" kern="1200"/>
            <a:t>e</a:t>
          </a:r>
          <a:r>
            <a:rPr lang="pt-BR" sz="1600" b="1" kern="1200"/>
            <a:t> colaborativo </a:t>
          </a:r>
          <a:r>
            <a:rPr lang="pt-BR" sz="1600" kern="1200"/>
            <a:t>(jogadores conectados em tempo real)</a:t>
          </a:r>
          <a:endParaRPr lang="en-US" sz="1600" kern="1200"/>
        </a:p>
      </dsp:txBody>
      <dsp:txXfrm>
        <a:off x="5823301" y="3070495"/>
        <a:ext cx="2557435" cy="12401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97212F-2915-A021-521D-E2BCE84DCB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291885-E0D5-66E0-5F76-0F71E5F23D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A928B7-9A1A-6169-62AD-A745F4ABB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F8FE5-17EC-5244-969F-F66F5CD771C4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5EC10E-CDFD-0527-A2F4-37C3B211A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00F560-C531-4372-FAE0-456E9519B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4C498-01A5-FB46-8EC1-416ED14AAE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5912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B78486-5A67-1195-447B-B096A5B79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01FC9B-F64C-F835-9FA0-B0B9BF2A5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1448D5-7756-AFCF-396F-C55A36624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F8FE5-17EC-5244-969F-F66F5CD771C4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B3D002-F19C-D3D0-D0D2-1183DC460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D923ED-8645-9E31-F1FB-35E2FB64A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4C498-01A5-FB46-8EC1-416ED14AAE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8795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21BEC7-B787-7397-F816-80DAE059D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644990-B041-E230-8F51-FBFADF5BD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DC81E5E-B234-E757-B04D-B8BE39EDF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F8FE5-17EC-5244-969F-F66F5CD771C4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045034-AE53-2ABC-F587-ECCFA5778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D9765C-3033-1CA1-8A29-6BCB9FE95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4C498-01A5-FB46-8EC1-416ED14AAE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0586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B1D020-FFC6-542E-F8AE-601FFCAD4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A937AB-B71F-2C4E-36BE-83C35B378C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EEF609D-D352-744F-65A1-9553705A19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550BE70-B91D-2260-CFDD-88113CE7E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F8FE5-17EC-5244-969F-F66F5CD771C4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350667D-D864-6374-BC2C-3BD4904BC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8976FD7-C2A7-4BF1-5E67-CED4FF722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4C498-01A5-FB46-8EC1-416ED14AAE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4199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767480-E077-9E14-45F1-0D1240C26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A9FDAB1-4E51-F170-CFD8-492BEF541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69693CC-3615-51D8-E14A-51CCE2C6AF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98965E9-DF7D-A9E5-F899-CF15331C23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CC30E62-283B-2E40-533C-99AAAB3243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A9558E1-71F3-606D-78C7-95843792B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F8FE5-17EC-5244-969F-F66F5CD771C4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DC29326-0C12-9535-132E-92F835351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E3069EA-50A1-B5F8-A38A-5C27CDB10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4C498-01A5-FB46-8EC1-416ED14AAE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6134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C00390-8F2D-923D-99E4-03E7C307F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EA1BB17-23D3-B525-81A5-32AFA9FBE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F8FE5-17EC-5244-969F-F66F5CD771C4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E490FF-4A6F-0F15-9C7D-02FFD1C6D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B0A5363-3ABA-7FFC-5F63-F3FD400E4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4C498-01A5-FB46-8EC1-416ED14AAE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1139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6E729F1-8BAE-36C5-E6F4-DE7985811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F8FE5-17EC-5244-969F-F66F5CD771C4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FE81EB-4B42-56B1-6B95-A3BC0AA58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F04ADE3-8D64-8494-D386-193083A26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4C498-01A5-FB46-8EC1-416ED14AAE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6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C9743B-60B5-95CD-EBF0-E405C970C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5C7CCA-EFD9-5886-52C7-F283172A3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81367FE-0979-F0B2-4066-E8DC4C102E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6A390E2-1D29-5895-8986-431A348B1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F8FE5-17EC-5244-969F-F66F5CD771C4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6F7CEED-8DEE-EEEA-689E-10A969640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E73082A-9BAF-6B0E-77FA-C1E82EE3E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4C498-01A5-FB46-8EC1-416ED14AAE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9059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12AF78-506A-1074-AC1F-FC434EC1A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9D3AAE7-4A03-262E-CEEC-013BB10AAC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CBBF2AB-BBE1-4B72-6E1B-9DF876DDB6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A17B83C-4B2B-1CF1-ED94-81E411D76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F8FE5-17EC-5244-969F-F66F5CD771C4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CDB7953-E93D-9046-BAE6-4C60CD7E3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74558E-CB35-CABE-B184-73F375DF1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4C498-01A5-FB46-8EC1-416ED14AAE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5221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9E6070-13E9-104E-3150-EC75ADB05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7A33602-E3FB-CAC4-14DA-CC0B2207EB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E42A7F7-59C7-4241-617B-CC8F8283E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F8FE5-17EC-5244-969F-F66F5CD771C4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D5DDA48-4897-EF61-4517-47128D9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6369B2B-5C1A-252E-C702-DDDD4E9EC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4C498-01A5-FB46-8EC1-416ED14AAE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025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D1BEDE5-71DE-6964-97FC-7039DE0142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D5763EB-6323-8B23-29EC-20223BC1BC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0D3B3D-77F4-8616-90E4-DDDB5D545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F8FE5-17EC-5244-969F-F66F5CD771C4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57D3CD-3DA0-4476-D8DD-1B82F3572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AA36A3-EE18-1402-ACBF-F57931E4E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4C498-01A5-FB46-8EC1-416ED14AAE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9023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9F53BB0-2890-8BBA-A936-411F8C639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6CE2FB0-37C7-6BDC-A636-5180D0548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5659531-A3F6-675C-0F8F-2251C636B3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EF8FE5-17EC-5244-969F-F66F5CD771C4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FE9F34-A9BF-C4F8-0809-DC6A53BDF0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21243F0-106F-6B4A-172D-8E80BCCF32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14C498-01A5-FB46-8EC1-416ED14AAE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0693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F78D839-4206-B421-06A5-55A7C24141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/>
          </a:bodyPr>
          <a:lstStyle/>
          <a:p>
            <a:pPr algn="l"/>
            <a:r>
              <a:rPr lang="pt-BR" sz="5400"/>
              <a:t>Quiz educacional em Java com MySql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17397D3-C661-B369-5695-34737125D20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297760" y="4636008"/>
            <a:ext cx="6251111" cy="15727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0" rIns="0" bIns="0" numCol="1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pt-BR" altLang="pt-BR" sz="1300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FERNANDO GODOI GRINEVICIUS; RA: 22-00832-2 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pt-BR" altLang="pt-BR" sz="1300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GABRIEL BARROCHELO; RA: 22.10193-4 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pt-BR" altLang="pt-BR" sz="1300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JONAS FERNANDO DA SILVA EBOLI MACHADO; RA: 22.00910-8 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pt-BR" altLang="pt-BR" sz="1300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MATHEUS ANTÔNIO DA LUZ CARDOSO; RA: 22.01059-9 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pt-BR" altLang="pt-BR" sz="1300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RUTH RAMOS ROMEU; RA: 22.01003-3 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pt-BR" altLang="pt-BR" sz="1300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VINÍCIUS ELOY ARAUJO; RA: 22.01026-2 </a:t>
            </a:r>
          </a:p>
        </p:txBody>
      </p:sp>
      <p:pic>
        <p:nvPicPr>
          <p:cNvPr id="6" name="Picture 5" descr="Lápis e folha de respostas">
            <a:extLst>
              <a:ext uri="{FF2B5EF4-FFF2-40B4-BE49-F238E27FC236}">
                <a16:creationId xmlns:a16="http://schemas.microsoft.com/office/drawing/2014/main" id="{8F826703-8B58-B2D4-E061-B5D0F32C80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461" r="-1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2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368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31293F9B-599E-4871-A414-757225FA34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21752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44BCD2A-3B4C-DD85-9734-F51D20831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5739"/>
            <a:ext cx="10515600" cy="1124949"/>
          </a:xfrm>
        </p:spPr>
        <p:txBody>
          <a:bodyPr>
            <a:normAutofit/>
          </a:bodyPr>
          <a:lstStyle/>
          <a:p>
            <a:r>
              <a:rPr lang="pt-BR">
                <a:solidFill>
                  <a:schemeClr val="bg1"/>
                </a:solidFill>
              </a:rPr>
              <a:t>Projeto original</a:t>
            </a:r>
          </a:p>
        </p:txBody>
      </p:sp>
      <p:grpSp>
        <p:nvGrpSpPr>
          <p:cNvPr id="35" name="Graphic 190">
            <a:extLst>
              <a:ext uri="{FF2B5EF4-FFF2-40B4-BE49-F238E27FC236}">
                <a16:creationId xmlns:a16="http://schemas.microsoft.com/office/drawing/2014/main" id="{53883AA7-7F86-41F8-A1D8-06E9886E7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136528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FC80ACB6-0FE0-4F10-998D-2E8D463750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C2903D5-FF18-4A00-8E9F-9335FCF1E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1A8B53C-ED2D-4081-AC0C-F87A9D4B3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10480" y="681042"/>
            <a:ext cx="1562428" cy="1493465"/>
            <a:chOff x="3121343" y="4864099"/>
            <a:chExt cx="2085971" cy="1993901"/>
          </a:xfrm>
          <a:solidFill>
            <a:schemeClr val="bg1"/>
          </a:solidFill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2C7D52B-9C2A-4BDB-89DC-A89BDB9F8C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38556" y="4981312"/>
              <a:ext cx="442726" cy="44272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C4B951A6-4FAF-4CBA-B55F-3AAD55758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8809" y="4871565"/>
              <a:ext cx="902626" cy="902626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FC4DABFE-3395-46F4-95C0-CA58332AAF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1343" y="4864099"/>
              <a:ext cx="1152732" cy="1152732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82225D9-CC2C-4D45-B90F-5EC7DD265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52324" y="4894707"/>
              <a:ext cx="1321462" cy="1321838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DDC31B28-21ED-494B-BA30-31CD8F9CD9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15037" y="4957793"/>
              <a:ext cx="1428975" cy="1428975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9BD8A01F-C2B9-47B6-977F-15E31A8C1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301642" y="5044398"/>
              <a:ext cx="1490195" cy="1490195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D562CCF-082E-4E33-BC25-3C2F3CB26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09523" y="5152279"/>
              <a:ext cx="1509607" cy="1509607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91A36DF-6DC9-4C5F-A16E-BC6DC84292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538685" y="5279576"/>
              <a:ext cx="1488326" cy="1490192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0DEF31D0-A584-489A-B972-966367742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83896" y="5426652"/>
              <a:ext cx="1429720" cy="1429720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2706B7B1-0776-4349-9782-39E4AD4ED0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01021" y="5597624"/>
              <a:ext cx="1275308" cy="1260376"/>
            </a:xfrm>
            <a:custGeom>
              <a:avLst/>
              <a:gdLst>
                <a:gd name="connsiteX0" fmla="*/ 1260376 w 1275308"/>
                <a:gd name="connsiteY0" fmla="*/ 0 h 1260376"/>
                <a:gd name="connsiteX1" fmla="*/ 1275308 w 1275308"/>
                <a:gd name="connsiteY1" fmla="*/ 52634 h 1260376"/>
                <a:gd name="connsiteX2" fmla="*/ 67566 w 1275308"/>
                <a:gd name="connsiteY2" fmla="*/ 1260376 h 1260376"/>
                <a:gd name="connsiteX3" fmla="*/ 0 w 1275308"/>
                <a:gd name="connsiteY3" fmla="*/ 1260376 h 126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308" h="1260376">
                  <a:moveTo>
                    <a:pt x="1260376" y="0"/>
                  </a:moveTo>
                  <a:cubicBezTo>
                    <a:pt x="1265977" y="17174"/>
                    <a:pt x="1270829" y="34716"/>
                    <a:pt x="1275308" y="52634"/>
                  </a:cubicBezTo>
                  <a:lnTo>
                    <a:pt x="67566" y="1260376"/>
                  </a:lnTo>
                  <a:lnTo>
                    <a:pt x="0" y="1260376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7ECC02B0-321C-499C-AB67-2DE74D4DED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41456" y="5797338"/>
              <a:ext cx="1065858" cy="1060662"/>
            </a:xfrm>
            <a:custGeom>
              <a:avLst/>
              <a:gdLst>
                <a:gd name="connsiteX0" fmla="*/ 1061006 w 1065858"/>
                <a:gd name="connsiteY0" fmla="*/ 0 h 1060662"/>
                <a:gd name="connsiteX1" fmla="*/ 1065858 w 1065858"/>
                <a:gd name="connsiteY1" fmla="*/ 62342 h 1060662"/>
                <a:gd name="connsiteX2" fmla="*/ 67196 w 1065858"/>
                <a:gd name="connsiteY2" fmla="*/ 1060662 h 1060662"/>
                <a:gd name="connsiteX3" fmla="*/ 0 w 1065858"/>
                <a:gd name="connsiteY3" fmla="*/ 1060662 h 106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5858" h="1060662">
                  <a:moveTo>
                    <a:pt x="1061006" y="0"/>
                  </a:moveTo>
                  <a:cubicBezTo>
                    <a:pt x="1063248" y="20905"/>
                    <a:pt x="1064741" y="41809"/>
                    <a:pt x="1065858" y="62342"/>
                  </a:cubicBezTo>
                  <a:lnTo>
                    <a:pt x="67196" y="1060662"/>
                  </a:lnTo>
                  <a:lnTo>
                    <a:pt x="0" y="106066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F5B3F392-AC23-49B8-A36A-D93B0BD76D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1830" y="6039978"/>
              <a:ext cx="818022" cy="818022"/>
            </a:xfrm>
            <a:custGeom>
              <a:avLst/>
              <a:gdLst>
                <a:gd name="connsiteX0" fmla="*/ 818022 w 818022"/>
                <a:gd name="connsiteY0" fmla="*/ 0 h 818022"/>
                <a:gd name="connsiteX1" fmla="*/ 804584 w 818022"/>
                <a:gd name="connsiteY1" fmla="*/ 80632 h 818022"/>
                <a:gd name="connsiteX2" fmla="*/ 67190 w 818022"/>
                <a:gd name="connsiteY2" fmla="*/ 818022 h 818022"/>
                <a:gd name="connsiteX3" fmla="*/ 0 w 818022"/>
                <a:gd name="connsiteY3" fmla="*/ 818022 h 818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022" h="818022">
                  <a:moveTo>
                    <a:pt x="818022" y="0"/>
                  </a:moveTo>
                  <a:cubicBezTo>
                    <a:pt x="814660" y="27250"/>
                    <a:pt x="810180" y="53755"/>
                    <a:pt x="804584" y="80632"/>
                  </a:cubicBezTo>
                  <a:lnTo>
                    <a:pt x="67190" y="818022"/>
                  </a:lnTo>
                  <a:lnTo>
                    <a:pt x="0" y="81802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A72EA58-66EE-4BA2-923C-2B66CFC42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47375" y="6390131"/>
              <a:ext cx="442354" cy="442354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6F0161DC-AA2C-92DB-4851-1F8465E23B63}"/>
              </a:ext>
            </a:extLst>
          </p:cNvPr>
          <p:cNvSpPr txBox="1"/>
          <p:nvPr/>
        </p:nvSpPr>
        <p:spPr>
          <a:xfrm>
            <a:off x="5039833" y="122274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9877D600-C48E-9633-EB2E-AC35D42C7F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8464150"/>
              </p:ext>
            </p:extLst>
          </p:nvPr>
        </p:nvGraphicFramePr>
        <p:xfrm>
          <a:off x="567950" y="2639965"/>
          <a:ext cx="10995518" cy="35369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57161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1293F9B-599E-4871-A414-757225FA34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21752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8FDD936-E618-8D4E-DD35-7948323DE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5739"/>
            <a:ext cx="10515600" cy="1124949"/>
          </a:xfrm>
        </p:spPr>
        <p:txBody>
          <a:bodyPr>
            <a:normAutofit/>
          </a:bodyPr>
          <a:lstStyle/>
          <a:p>
            <a:r>
              <a:rPr lang="pt-BR">
                <a:solidFill>
                  <a:schemeClr val="bg1"/>
                </a:solidFill>
              </a:rPr>
              <a:t>Funcionalidades originais</a:t>
            </a:r>
          </a:p>
        </p:txBody>
      </p:sp>
      <p:grpSp>
        <p:nvGrpSpPr>
          <p:cNvPr id="25" name="Graphic 190">
            <a:extLst>
              <a:ext uri="{FF2B5EF4-FFF2-40B4-BE49-F238E27FC236}">
                <a16:creationId xmlns:a16="http://schemas.microsoft.com/office/drawing/2014/main" id="{53883AA7-7F86-41F8-A1D8-06E9886E7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136528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8" name="Freeform: Shape 25">
              <a:extLst>
                <a:ext uri="{FF2B5EF4-FFF2-40B4-BE49-F238E27FC236}">
                  <a16:creationId xmlns:a16="http://schemas.microsoft.com/office/drawing/2014/main" id="{FC80ACB6-0FE0-4F10-998D-2E8D463750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26">
              <a:extLst>
                <a:ext uri="{FF2B5EF4-FFF2-40B4-BE49-F238E27FC236}">
                  <a16:creationId xmlns:a16="http://schemas.microsoft.com/office/drawing/2014/main" id="{1C2903D5-FF18-4A00-8E9F-9335FCF1E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1A8B53C-ED2D-4081-AC0C-F87A9D4B3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10480" y="681042"/>
            <a:ext cx="1562428" cy="1493465"/>
            <a:chOff x="3121343" y="4864099"/>
            <a:chExt cx="2085971" cy="1993901"/>
          </a:xfrm>
          <a:solidFill>
            <a:schemeClr val="bg1"/>
          </a:solidFill>
        </p:grpSpPr>
        <p:sp>
          <p:nvSpPr>
            <p:cNvPr id="20" name="Freeform: Shape 29">
              <a:extLst>
                <a:ext uri="{FF2B5EF4-FFF2-40B4-BE49-F238E27FC236}">
                  <a16:creationId xmlns:a16="http://schemas.microsoft.com/office/drawing/2014/main" id="{E2C7D52B-9C2A-4BDB-89DC-A89BDB9F8C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38556" y="4981312"/>
              <a:ext cx="442726" cy="44272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2" name="Freeform: Shape 30">
              <a:extLst>
                <a:ext uri="{FF2B5EF4-FFF2-40B4-BE49-F238E27FC236}">
                  <a16:creationId xmlns:a16="http://schemas.microsoft.com/office/drawing/2014/main" id="{C4B951A6-4FAF-4CBA-B55F-3AAD55758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8809" y="4871565"/>
              <a:ext cx="902626" cy="902626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4" name="Freeform: Shape 31">
              <a:extLst>
                <a:ext uri="{FF2B5EF4-FFF2-40B4-BE49-F238E27FC236}">
                  <a16:creationId xmlns:a16="http://schemas.microsoft.com/office/drawing/2014/main" id="{FC4DABFE-3395-46F4-95C0-CA58332AAF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1343" y="4864099"/>
              <a:ext cx="1152732" cy="1152732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8" name="Freeform: Shape 32">
              <a:extLst>
                <a:ext uri="{FF2B5EF4-FFF2-40B4-BE49-F238E27FC236}">
                  <a16:creationId xmlns:a16="http://schemas.microsoft.com/office/drawing/2014/main" id="{782225D9-CC2C-4D45-B90F-5EC7DD265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52324" y="4894707"/>
              <a:ext cx="1321462" cy="1321838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43" name="Freeform: Shape 33">
              <a:extLst>
                <a:ext uri="{FF2B5EF4-FFF2-40B4-BE49-F238E27FC236}">
                  <a16:creationId xmlns:a16="http://schemas.microsoft.com/office/drawing/2014/main" id="{DDC31B28-21ED-494B-BA30-31CD8F9CD9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15037" y="4957793"/>
              <a:ext cx="1428975" cy="1428975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44" name="Freeform: Shape 34">
              <a:extLst>
                <a:ext uri="{FF2B5EF4-FFF2-40B4-BE49-F238E27FC236}">
                  <a16:creationId xmlns:a16="http://schemas.microsoft.com/office/drawing/2014/main" id="{9BD8A01F-C2B9-47B6-977F-15E31A8C1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301642" y="5044398"/>
              <a:ext cx="1490195" cy="1490195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45" name="Freeform: Shape 35">
              <a:extLst>
                <a:ext uri="{FF2B5EF4-FFF2-40B4-BE49-F238E27FC236}">
                  <a16:creationId xmlns:a16="http://schemas.microsoft.com/office/drawing/2014/main" id="{5D562CCF-082E-4E33-BC25-3C2F3CB26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09523" y="5152279"/>
              <a:ext cx="1509607" cy="1509607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46" name="Freeform: Shape 36">
              <a:extLst>
                <a:ext uri="{FF2B5EF4-FFF2-40B4-BE49-F238E27FC236}">
                  <a16:creationId xmlns:a16="http://schemas.microsoft.com/office/drawing/2014/main" id="{A91A36DF-6DC9-4C5F-A16E-BC6DC84292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538685" y="5279576"/>
              <a:ext cx="1488326" cy="1490192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47" name="Freeform: Shape 37">
              <a:extLst>
                <a:ext uri="{FF2B5EF4-FFF2-40B4-BE49-F238E27FC236}">
                  <a16:creationId xmlns:a16="http://schemas.microsoft.com/office/drawing/2014/main" id="{0DEF31D0-A584-489A-B972-966367742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83896" y="5426652"/>
              <a:ext cx="1429720" cy="1429720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48" name="Freeform: Shape 38">
              <a:extLst>
                <a:ext uri="{FF2B5EF4-FFF2-40B4-BE49-F238E27FC236}">
                  <a16:creationId xmlns:a16="http://schemas.microsoft.com/office/drawing/2014/main" id="{2706B7B1-0776-4349-9782-39E4AD4ED0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01021" y="5597624"/>
              <a:ext cx="1275308" cy="1260376"/>
            </a:xfrm>
            <a:custGeom>
              <a:avLst/>
              <a:gdLst>
                <a:gd name="connsiteX0" fmla="*/ 1260376 w 1275308"/>
                <a:gd name="connsiteY0" fmla="*/ 0 h 1260376"/>
                <a:gd name="connsiteX1" fmla="*/ 1275308 w 1275308"/>
                <a:gd name="connsiteY1" fmla="*/ 52634 h 1260376"/>
                <a:gd name="connsiteX2" fmla="*/ 67566 w 1275308"/>
                <a:gd name="connsiteY2" fmla="*/ 1260376 h 1260376"/>
                <a:gd name="connsiteX3" fmla="*/ 0 w 1275308"/>
                <a:gd name="connsiteY3" fmla="*/ 1260376 h 126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308" h="1260376">
                  <a:moveTo>
                    <a:pt x="1260376" y="0"/>
                  </a:moveTo>
                  <a:cubicBezTo>
                    <a:pt x="1265977" y="17174"/>
                    <a:pt x="1270829" y="34716"/>
                    <a:pt x="1275308" y="52634"/>
                  </a:cubicBezTo>
                  <a:lnTo>
                    <a:pt x="67566" y="1260376"/>
                  </a:lnTo>
                  <a:lnTo>
                    <a:pt x="0" y="1260376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49" name="Freeform: Shape 39">
              <a:extLst>
                <a:ext uri="{FF2B5EF4-FFF2-40B4-BE49-F238E27FC236}">
                  <a16:creationId xmlns:a16="http://schemas.microsoft.com/office/drawing/2014/main" id="{7ECC02B0-321C-499C-AB67-2DE74D4DED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41456" y="5797338"/>
              <a:ext cx="1065858" cy="1060662"/>
            </a:xfrm>
            <a:custGeom>
              <a:avLst/>
              <a:gdLst>
                <a:gd name="connsiteX0" fmla="*/ 1061006 w 1065858"/>
                <a:gd name="connsiteY0" fmla="*/ 0 h 1060662"/>
                <a:gd name="connsiteX1" fmla="*/ 1065858 w 1065858"/>
                <a:gd name="connsiteY1" fmla="*/ 62342 h 1060662"/>
                <a:gd name="connsiteX2" fmla="*/ 67196 w 1065858"/>
                <a:gd name="connsiteY2" fmla="*/ 1060662 h 1060662"/>
                <a:gd name="connsiteX3" fmla="*/ 0 w 1065858"/>
                <a:gd name="connsiteY3" fmla="*/ 1060662 h 106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5858" h="1060662">
                  <a:moveTo>
                    <a:pt x="1061006" y="0"/>
                  </a:moveTo>
                  <a:cubicBezTo>
                    <a:pt x="1063248" y="20905"/>
                    <a:pt x="1064741" y="41809"/>
                    <a:pt x="1065858" y="62342"/>
                  </a:cubicBezTo>
                  <a:lnTo>
                    <a:pt x="67196" y="1060662"/>
                  </a:lnTo>
                  <a:lnTo>
                    <a:pt x="0" y="106066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50" name="Freeform: Shape 40">
              <a:extLst>
                <a:ext uri="{FF2B5EF4-FFF2-40B4-BE49-F238E27FC236}">
                  <a16:creationId xmlns:a16="http://schemas.microsoft.com/office/drawing/2014/main" id="{F5B3F392-AC23-49B8-A36A-D93B0BD76D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1830" y="6039978"/>
              <a:ext cx="818022" cy="818022"/>
            </a:xfrm>
            <a:custGeom>
              <a:avLst/>
              <a:gdLst>
                <a:gd name="connsiteX0" fmla="*/ 818022 w 818022"/>
                <a:gd name="connsiteY0" fmla="*/ 0 h 818022"/>
                <a:gd name="connsiteX1" fmla="*/ 804584 w 818022"/>
                <a:gd name="connsiteY1" fmla="*/ 80632 h 818022"/>
                <a:gd name="connsiteX2" fmla="*/ 67190 w 818022"/>
                <a:gd name="connsiteY2" fmla="*/ 818022 h 818022"/>
                <a:gd name="connsiteX3" fmla="*/ 0 w 818022"/>
                <a:gd name="connsiteY3" fmla="*/ 818022 h 818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022" h="818022">
                  <a:moveTo>
                    <a:pt x="818022" y="0"/>
                  </a:moveTo>
                  <a:cubicBezTo>
                    <a:pt x="814660" y="27250"/>
                    <a:pt x="810180" y="53755"/>
                    <a:pt x="804584" y="80632"/>
                  </a:cubicBezTo>
                  <a:lnTo>
                    <a:pt x="67190" y="818022"/>
                  </a:lnTo>
                  <a:lnTo>
                    <a:pt x="0" y="81802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51" name="Freeform: Shape 41">
              <a:extLst>
                <a:ext uri="{FF2B5EF4-FFF2-40B4-BE49-F238E27FC236}">
                  <a16:creationId xmlns:a16="http://schemas.microsoft.com/office/drawing/2014/main" id="{1A72EA58-66EE-4BA2-923C-2B66CFC42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47375" y="6390131"/>
              <a:ext cx="442354" cy="442354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6BB8512F-FFF8-97AE-1214-713A968A21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5025542"/>
              </p:ext>
            </p:extLst>
          </p:nvPr>
        </p:nvGraphicFramePr>
        <p:xfrm>
          <a:off x="567950" y="2639965"/>
          <a:ext cx="10995518" cy="35369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62625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12191990" cy="235867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77914B4-A53F-1DA9-B39E-DF76182B6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1520377"/>
          </a:xfrm>
        </p:spPr>
        <p:txBody>
          <a:bodyPr anchor="ctr">
            <a:normAutofit/>
          </a:bodyPr>
          <a:lstStyle/>
          <a:p>
            <a:r>
              <a:rPr lang="pt-BR">
                <a:solidFill>
                  <a:schemeClr val="bg1"/>
                </a:solidFill>
              </a:rPr>
              <a:t>Projeto atual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58676"/>
            <a:ext cx="12191990" cy="45454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893697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ED988F-8857-ED7E-A074-4A90D657F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59" y="3100283"/>
            <a:ext cx="9889788" cy="3076679"/>
          </a:xfrm>
        </p:spPr>
        <p:txBody>
          <a:bodyPr>
            <a:normAutofit/>
          </a:bodyPr>
          <a:lstStyle/>
          <a:p>
            <a:r>
              <a:rPr lang="pt-BR" sz="2400" dirty="0"/>
              <a:t>A partir do projeto existente, foram adicionadas:</a:t>
            </a:r>
          </a:p>
          <a:p>
            <a:pPr lvl="1"/>
            <a:r>
              <a:rPr lang="pt-BR" dirty="0"/>
              <a:t>Comunicação cliente-servidor</a:t>
            </a:r>
          </a:p>
          <a:p>
            <a:pPr lvl="1"/>
            <a:r>
              <a:rPr lang="pt-BR" dirty="0"/>
              <a:t>Criação de arquivos</a:t>
            </a:r>
          </a:p>
          <a:p>
            <a:pPr lvl="1"/>
            <a:r>
              <a:rPr lang="pt-BR" dirty="0"/>
              <a:t>Criptografia</a:t>
            </a:r>
          </a:p>
          <a:p>
            <a:pPr lvl="1"/>
            <a:r>
              <a:rPr lang="pt-BR" dirty="0"/>
              <a:t>Internacionalização</a:t>
            </a:r>
          </a:p>
        </p:txBody>
      </p:sp>
    </p:spTree>
    <p:extLst>
      <p:ext uri="{BB962C8B-B14F-4D97-AF65-F5344CB8AC3E}">
        <p14:creationId xmlns:p14="http://schemas.microsoft.com/office/powerpoint/2010/main" val="1836166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12191990" cy="235867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4DB8084-B324-9959-73AA-961159B7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1520377"/>
          </a:xfrm>
        </p:spPr>
        <p:txBody>
          <a:bodyPr anchor="ctr">
            <a:norm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Comunicação cliente-servidor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58676"/>
            <a:ext cx="12191990" cy="45454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893697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5F53D7-B962-7B33-DAC0-18A6AF960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59" y="3100283"/>
            <a:ext cx="9889788" cy="30766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1100" b="1" dirty="0"/>
              <a:t>O que foi implementado</a:t>
            </a:r>
            <a:endParaRPr lang="pt-BR" sz="1100" dirty="0"/>
          </a:p>
          <a:p>
            <a:r>
              <a:rPr lang="pt-BR" sz="1100" dirty="0"/>
              <a:t>Criação de um </a:t>
            </a:r>
            <a:r>
              <a:rPr lang="pt-BR" sz="1100" b="1" dirty="0"/>
              <a:t>servidor central</a:t>
            </a:r>
            <a:r>
              <a:rPr lang="pt-BR" sz="1100" dirty="0"/>
              <a:t> que aceita conexões de vários clientes ao mesmo tempo.</a:t>
            </a:r>
          </a:p>
          <a:p>
            <a:r>
              <a:rPr lang="pt-BR" sz="1100" dirty="0"/>
              <a:t>Cada jogador entra como um </a:t>
            </a:r>
            <a:r>
              <a:rPr lang="pt-BR" sz="1100" b="1" dirty="0"/>
              <a:t>cliente conectado ao servidor</a:t>
            </a:r>
            <a:r>
              <a:rPr lang="pt-BR" sz="1100" dirty="0"/>
              <a:t>.</a:t>
            </a:r>
          </a:p>
          <a:p>
            <a:r>
              <a:rPr lang="pt-BR" sz="1100" dirty="0"/>
              <a:t>Foram adicionados dois botões na interface:</a:t>
            </a:r>
          </a:p>
          <a:p>
            <a:pPr lvl="1"/>
            <a:r>
              <a:rPr lang="pt-BR" sz="1100" b="1" dirty="0"/>
              <a:t>“Jogadores Online”</a:t>
            </a:r>
            <a:r>
              <a:rPr lang="pt-BR" sz="1100" dirty="0"/>
              <a:t> → mostra a lista de clientes conectados ao servidor.</a:t>
            </a:r>
          </a:p>
          <a:p>
            <a:pPr lvl="1"/>
            <a:r>
              <a:rPr lang="pt-BR" sz="1100" b="1" dirty="0"/>
              <a:t>“Chat Global”</a:t>
            </a:r>
            <a:r>
              <a:rPr lang="pt-BR" sz="1100" dirty="0"/>
              <a:t> → abre um chat em que todos os jogadores conectados podem enviar e receber mensagens.</a:t>
            </a:r>
            <a:br>
              <a:rPr lang="pt-BR" sz="1100" dirty="0"/>
            </a:br>
            <a:endParaRPr lang="pt-BR" sz="1100" dirty="0"/>
          </a:p>
          <a:p>
            <a:pPr marL="0" indent="0">
              <a:buNone/>
            </a:pPr>
            <a:r>
              <a:rPr lang="pt-BR" sz="1100" b="1" dirty="0"/>
              <a:t>Como funciona </a:t>
            </a:r>
            <a:endParaRPr lang="pt-BR" sz="1100" dirty="0"/>
          </a:p>
          <a:p>
            <a:r>
              <a:rPr lang="pt-BR" sz="1100" dirty="0"/>
              <a:t>O servidor fica em execução aguardando conexões dos clientes (jogadores).</a:t>
            </a:r>
          </a:p>
          <a:p>
            <a:r>
              <a:rPr lang="pt-BR" sz="1100" dirty="0"/>
              <a:t>Quando um jogador entra:</a:t>
            </a:r>
          </a:p>
          <a:p>
            <a:pPr lvl="1"/>
            <a:r>
              <a:rPr lang="pt-BR" sz="1100" dirty="0"/>
              <a:t>O cliente se conecta ao servidor e é adicionado à </a:t>
            </a:r>
            <a:r>
              <a:rPr lang="pt-BR" sz="1100" b="1" dirty="0"/>
              <a:t>lista de jogadores online</a:t>
            </a:r>
            <a:r>
              <a:rPr lang="pt-BR" sz="1100" dirty="0"/>
              <a:t>.</a:t>
            </a:r>
          </a:p>
          <a:p>
            <a:r>
              <a:rPr lang="pt-BR" sz="1100" dirty="0"/>
              <a:t>O botão “Jogadores Online” consulta essa lista mantida pelo servidor e exibe na interface.</a:t>
            </a:r>
          </a:p>
          <a:p>
            <a:r>
              <a:rPr lang="pt-BR" sz="1100" dirty="0"/>
              <a:t>No </a:t>
            </a:r>
            <a:r>
              <a:rPr lang="pt-BR" sz="1100" b="1" dirty="0"/>
              <a:t>chat global</a:t>
            </a:r>
            <a:r>
              <a:rPr lang="pt-BR" sz="1100" dirty="0"/>
              <a:t>:</a:t>
            </a:r>
          </a:p>
          <a:p>
            <a:pPr lvl="1"/>
            <a:r>
              <a:rPr lang="pt-BR" sz="1100" dirty="0"/>
              <a:t>As mensagens enviadas por um cliente são repassadas pelo servidor para </a:t>
            </a:r>
            <a:r>
              <a:rPr lang="pt-BR" sz="1100" b="1" dirty="0"/>
              <a:t>todos os outros clientes conectados</a:t>
            </a:r>
            <a:r>
              <a:rPr lang="pt-BR" sz="1100" dirty="0"/>
              <a:t>, criando um canal de comunicação em tempo real entre os jogadores.</a:t>
            </a:r>
          </a:p>
        </p:txBody>
      </p:sp>
    </p:spTree>
    <p:extLst>
      <p:ext uri="{BB962C8B-B14F-4D97-AF65-F5344CB8AC3E}">
        <p14:creationId xmlns:p14="http://schemas.microsoft.com/office/powerpoint/2010/main" val="2236923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12191990" cy="235867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A65186A-9753-57A7-411C-D94CC8321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1520377"/>
          </a:xfrm>
        </p:spPr>
        <p:txBody>
          <a:bodyPr anchor="ctr">
            <a:normAutofit/>
          </a:bodyPr>
          <a:lstStyle/>
          <a:p>
            <a:r>
              <a:rPr lang="pt-BR">
                <a:solidFill>
                  <a:schemeClr val="bg1"/>
                </a:solidFill>
              </a:rPr>
              <a:t>Criação de arquivo de texto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58676"/>
            <a:ext cx="12191990" cy="45454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893697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B80C58-0379-9A1E-7B7F-9DECDF85F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59" y="3100283"/>
            <a:ext cx="9889788" cy="30766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1300" b="1" dirty="0">
                <a:latin typeface="Arial" panose="020B0604020202020204" pitchFamily="34" charset="0"/>
                <a:cs typeface="Arial" panose="020B0604020202020204" pitchFamily="34" charset="0"/>
              </a:rPr>
              <a:t>O que foi implementado</a:t>
            </a:r>
          </a:p>
          <a:p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Geração automática de arquivos .</a:t>
            </a:r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txt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com resultados do quiz.</a:t>
            </a:r>
          </a:p>
          <a:p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Dois focos:</a:t>
            </a:r>
          </a:p>
          <a:p>
            <a:pPr lvl="1"/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Resultados do aluno (histórico individual).</a:t>
            </a:r>
          </a:p>
          <a:p>
            <a:pPr lvl="1"/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Resultados para o professor (visão de turma).</a:t>
            </a:r>
            <a:b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BR" sz="1300" b="1" dirty="0">
                <a:latin typeface="Arial" panose="020B0604020202020204" pitchFamily="34" charset="0"/>
                <a:cs typeface="Arial" panose="020B0604020202020204" pitchFamily="34" charset="0"/>
              </a:rPr>
              <a:t>Como funciona</a:t>
            </a:r>
          </a:p>
          <a:p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Aluno:</a:t>
            </a:r>
          </a:p>
          <a:p>
            <a:pPr lvl="1"/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Quando o aluno clica em Ver Resultados, a classe </a:t>
            </a:r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CriarTxtE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é acionada</a:t>
            </a:r>
          </a:p>
          <a:p>
            <a:pPr lvl="1"/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Ela coletas os dados individuais do aluno e gera um .</a:t>
            </a:r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txt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com os resultados</a:t>
            </a:r>
          </a:p>
          <a:p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Professor:</a:t>
            </a:r>
          </a:p>
          <a:p>
            <a:pPr lvl="1"/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Quando o professor clica em Ver Resultados, a classe </a:t>
            </a:r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CriarTxtP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é acionada</a:t>
            </a:r>
          </a:p>
          <a:p>
            <a:pPr lvl="1"/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Essa classe cria um arquivo .</a:t>
            </a:r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txt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com os resultados de todos os alunos</a:t>
            </a:r>
          </a:p>
          <a:p>
            <a:endParaRPr lang="pt-BR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8861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12191990" cy="235867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242A448-59B5-B953-05BE-1888D23C4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1520377"/>
          </a:xfrm>
        </p:spPr>
        <p:txBody>
          <a:bodyPr anchor="ctr">
            <a:norm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Criptografia com AES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58676"/>
            <a:ext cx="12191990" cy="45454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893697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B880DB-FE86-9EDD-0642-121741823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59" y="3100283"/>
            <a:ext cx="9889788" cy="3076679"/>
          </a:xfrm>
        </p:spPr>
        <p:txBody>
          <a:bodyPr>
            <a:noAutofit/>
          </a:bodyPr>
          <a:lstStyle/>
          <a:p>
            <a:r>
              <a:rPr lang="pt-BR" sz="1500" b="1" dirty="0">
                <a:latin typeface="Arial" panose="020B0604020202020204" pitchFamily="34" charset="0"/>
                <a:cs typeface="Arial" panose="020B0604020202020204" pitchFamily="34" charset="0"/>
              </a:rPr>
              <a:t>O que foi implementado</a:t>
            </a:r>
            <a:endParaRPr lang="pt-BR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Criptografia </a:t>
            </a:r>
            <a:r>
              <a:rPr lang="pt-BR" sz="1500" b="1" dirty="0">
                <a:latin typeface="Arial" panose="020B0604020202020204" pitchFamily="34" charset="0"/>
                <a:cs typeface="Arial" panose="020B0604020202020204" pitchFamily="34" charset="0"/>
              </a:rPr>
              <a:t>simétrica</a:t>
            </a: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 usando o algoritmo </a:t>
            </a:r>
            <a:r>
              <a:rPr lang="pt-BR" sz="1500" b="1" dirty="0">
                <a:latin typeface="Arial" panose="020B0604020202020204" pitchFamily="34" charset="0"/>
                <a:cs typeface="Arial" panose="020B0604020202020204" pitchFamily="34" charset="0"/>
              </a:rPr>
              <a:t>AES</a:t>
            </a: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/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Objetivo: proteger </a:t>
            </a:r>
            <a:r>
              <a:rPr lang="pt-BR" sz="1500" b="1" dirty="0">
                <a:latin typeface="Arial" panose="020B0604020202020204" pitchFamily="34" charset="0"/>
                <a:cs typeface="Arial" panose="020B0604020202020204" pitchFamily="34" charset="0"/>
              </a:rPr>
              <a:t>dados sensíveis</a:t>
            </a: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 do sistema (por exemplo, informações de usuário ou dados que vão para arquivo/banco).</a:t>
            </a:r>
            <a:b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500" b="1" dirty="0">
                <a:latin typeface="Arial" panose="020B0604020202020204" pitchFamily="34" charset="0"/>
                <a:cs typeface="Arial" panose="020B0604020202020204" pitchFamily="34" charset="0"/>
              </a:rPr>
              <a:t>Como funciona</a:t>
            </a:r>
            <a:endParaRPr lang="pt-BR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Foi criada uma camada de criptografia utilizando a API de criptografia do Java (</a:t>
            </a:r>
            <a:r>
              <a:rPr lang="pt-BR" sz="1500" dirty="0" err="1">
                <a:latin typeface="Arial" panose="020B0604020202020204" pitchFamily="34" charset="0"/>
                <a:cs typeface="Arial" panose="020B0604020202020204" pitchFamily="34" charset="0"/>
              </a:rPr>
              <a:t>javax.crypto</a:t>
            </a: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) com </a:t>
            </a:r>
            <a:r>
              <a:rPr lang="pt-BR" sz="1500" b="1" dirty="0">
                <a:latin typeface="Arial" panose="020B0604020202020204" pitchFamily="34" charset="0"/>
                <a:cs typeface="Arial" panose="020B0604020202020204" pitchFamily="34" charset="0"/>
              </a:rPr>
              <a:t>AES</a:t>
            </a: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/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Antes de armazenar ou transmitir determinados dados:</a:t>
            </a:r>
          </a:p>
          <a:p>
            <a:pPr lvl="2"/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O texto </a:t>
            </a:r>
            <a:r>
              <a:rPr lang="pt-BR" sz="1500" b="1" dirty="0">
                <a:latin typeface="Arial" panose="020B0604020202020204" pitchFamily="34" charset="0"/>
                <a:cs typeface="Arial" panose="020B0604020202020204" pitchFamily="34" charset="0"/>
              </a:rPr>
              <a:t>é cifrado</a:t>
            </a: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 com uma chave secreta (AES).</a:t>
            </a:r>
          </a:p>
          <a:p>
            <a:pPr lvl="1"/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Na leitura/uso interno:</a:t>
            </a:r>
          </a:p>
          <a:p>
            <a:pPr lvl="2"/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O dado é </a:t>
            </a:r>
            <a:r>
              <a:rPr lang="pt-BR" sz="1500" b="1" dirty="0">
                <a:latin typeface="Arial" panose="020B0604020202020204" pitchFamily="34" charset="0"/>
                <a:cs typeface="Arial" panose="020B0604020202020204" pitchFamily="34" charset="0"/>
              </a:rPr>
              <a:t>decifrado</a:t>
            </a: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 pela mesma chave.</a:t>
            </a:r>
          </a:p>
          <a:p>
            <a:pPr lvl="1"/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Isso dificulta que alguém que tenha acesso direto ao arquivo ou ao banco entenda o conteúdo sem a chave.</a:t>
            </a:r>
          </a:p>
          <a:p>
            <a:endParaRPr lang="pt-BR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6123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12191990" cy="235867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57697C-8666-6AD7-8739-827F14190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1520377"/>
          </a:xfrm>
        </p:spPr>
        <p:txBody>
          <a:bodyPr anchor="ctr">
            <a:norm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Internacionalização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58676"/>
            <a:ext cx="12191990" cy="45454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893697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246A90-F199-C22A-7407-577DEE46B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59" y="3100283"/>
            <a:ext cx="9889788" cy="3076679"/>
          </a:xfrm>
        </p:spPr>
        <p:txBody>
          <a:bodyPr>
            <a:normAutofit/>
          </a:bodyPr>
          <a:lstStyle/>
          <a:p>
            <a:r>
              <a:rPr lang="pt-BR" sz="2400" b="1" dirty="0"/>
              <a:t>O que foi implementado</a:t>
            </a:r>
            <a:endParaRPr lang="pt-BR" sz="2400" dirty="0"/>
          </a:p>
          <a:p>
            <a:pPr lvl="1"/>
            <a:r>
              <a:rPr lang="pt-BR" sz="2000" dirty="0"/>
              <a:t>Sistema agora funciona em vários idiomas: </a:t>
            </a:r>
            <a:r>
              <a:rPr lang="pt-BR" sz="2000" dirty="0" err="1"/>
              <a:t>pt</a:t>
            </a:r>
            <a:r>
              <a:rPr lang="pt-BR" sz="2000" dirty="0"/>
              <a:t>-BR, </a:t>
            </a:r>
            <a:r>
              <a:rPr lang="pt-BR" sz="2000" dirty="0" err="1"/>
              <a:t>en-US</a:t>
            </a:r>
            <a:r>
              <a:rPr lang="pt-BR" sz="2000" dirty="0"/>
              <a:t>, </a:t>
            </a:r>
            <a:r>
              <a:rPr lang="pt-BR" sz="2000" dirty="0" err="1"/>
              <a:t>es-ES</a:t>
            </a:r>
            <a:r>
              <a:rPr lang="pt-BR" sz="2000" dirty="0"/>
              <a:t>, </a:t>
            </a:r>
            <a:r>
              <a:rPr lang="pt-BR" sz="2000" dirty="0" err="1"/>
              <a:t>fr</a:t>
            </a:r>
            <a:r>
              <a:rPr lang="pt-BR" sz="2000" dirty="0"/>
              <a:t>-FR, it-IT.</a:t>
            </a:r>
          </a:p>
          <a:p>
            <a:pPr lvl="1"/>
            <a:r>
              <a:rPr lang="pt-BR" sz="2000" dirty="0"/>
              <a:t>Todos os textos da interface foram movidos para arquivos de mensagens</a:t>
            </a:r>
          </a:p>
          <a:p>
            <a:r>
              <a:rPr lang="pt-BR" sz="2400" b="1" dirty="0"/>
              <a:t>Como funciona</a:t>
            </a:r>
          </a:p>
          <a:p>
            <a:pPr lvl="1"/>
            <a:r>
              <a:rPr lang="pt-BR" sz="2000" dirty="0"/>
              <a:t>Ao iniciar o programa, uma aba de seleção de idioma é exibida</a:t>
            </a:r>
          </a:p>
          <a:p>
            <a:pPr lvl="1"/>
            <a:r>
              <a:rPr lang="pt-BR" sz="2000" dirty="0"/>
              <a:t>Após a seleção, o sistema é traduzido para o idioma selecionado</a:t>
            </a:r>
          </a:p>
          <a:p>
            <a:pPr lvl="1"/>
            <a:r>
              <a:rPr lang="pt-BR" sz="2000" dirty="0"/>
              <a:t>As perguntas/respostas correspondentes à língua são carregadas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271125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75D334A2-362A-F903-827A-666D25E60BF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C25E53C-1B79-0189-F3FD-B8CE1476A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dirty="0"/>
              <a:t>Conclusão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C7752FE5-3AF5-C347-6E4A-F3230F6471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841724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068579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</TotalTime>
  <Words>638</Words>
  <Application>Microsoft Macintosh PowerPoint</Application>
  <PresentationFormat>Widescreen</PresentationFormat>
  <Paragraphs>79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Tema do Office</vt:lpstr>
      <vt:lpstr>Quiz educacional em Java com MySql</vt:lpstr>
      <vt:lpstr>Projeto original</vt:lpstr>
      <vt:lpstr>Funcionalidades originais</vt:lpstr>
      <vt:lpstr>Projeto atual</vt:lpstr>
      <vt:lpstr>Comunicação cliente-servidor</vt:lpstr>
      <vt:lpstr>Criação de arquivo de texto</vt:lpstr>
      <vt:lpstr>Criptografia com AES</vt:lpstr>
      <vt:lpstr>Internacionalização</vt:lpstr>
      <vt:lpstr>Conclusão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MATHEUS ANTONIO DA LUZ CARDOSO</dc:creator>
  <cp:lastModifiedBy>MATHEUS ANTONIO DA LUZ CARDOSO</cp:lastModifiedBy>
  <cp:revision>2</cp:revision>
  <dcterms:created xsi:type="dcterms:W3CDTF">2025-11-24T14:26:19Z</dcterms:created>
  <dcterms:modified xsi:type="dcterms:W3CDTF">2025-11-25T00:39:17Z</dcterms:modified>
</cp:coreProperties>
</file>